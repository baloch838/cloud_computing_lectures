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9" r:id="rId3"/>
    <p:sldId id="270" r:id="rId4"/>
    <p:sldId id="271" r:id="rId5"/>
    <p:sldId id="273" r:id="rId6"/>
    <p:sldId id="276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9373-B723-03A5-6F8C-AA4179807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843B0-601A-063E-5576-C6AADBE31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B31B-0584-9B90-61E1-65ECD0FD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E42A-D2AC-7440-5E57-E8E2C782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EB4D9-47D4-281A-BC28-F6A1FF78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1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3B88-9B12-77A9-F62E-8E1D6C89C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D7D29-7497-FE7C-3CD1-6A319787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4FCF-732F-4C11-E347-65AC88CC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D925-21CC-91BE-85E9-D17E056F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7EBE-8160-895C-43DD-9EE70699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C6FC-872E-C510-919F-47785B81E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6216F-E2FC-F15B-D214-D27F69A4A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F76B4-C729-2524-7399-652A2395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563BB-75A1-3ED4-2B81-501FABBA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B767-CC06-88B5-9BB5-B9992C9F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5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1E70-11DD-546A-5251-97DF296A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F73C5-47A4-8395-9198-284BC0B58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71A15-F4A7-C47F-455A-B6E6A6ADE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8FF29-5F3E-8321-2F23-60DDC3253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64D13-05AA-356A-016A-5A67DB987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7B76E-31D1-11C7-98F7-7C3C31AE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1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2711-A190-11E3-70F6-A182B764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0F442-4100-669A-D7AF-BEC384718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0B770-5BB0-0737-9A10-29CD86EF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5E50E-EDEC-391D-8177-30CBB3D17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DF448-2B3E-EA31-F015-07D19F8C5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C4529-84B9-A559-ACCF-B1334E39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8A676-EBBE-A442-B58B-D23F646A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7FF42-C8BF-32F8-2A4D-F5E45D3B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4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5322-D792-5F58-0D84-9ED9926E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8855B-2F41-8E78-6A8E-A3C55343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02254-6F15-4564-4426-0A02A16F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FFEE7-3C0A-D4A7-4A46-F60DADDE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0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8D86F-8346-3D99-EADF-1F5A0CD0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E6CDA-00F8-79BE-FE72-3825D424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4BB49-2668-207E-B289-5AD51B04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9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FE93-E74B-E9F3-D1C0-D8FDDCBB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71BE5-1FBA-9829-820C-F7E31753E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91F0-9DE7-365A-03B1-4784819EC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15082-5AE6-47D6-8F8D-5D9FE873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66D1D-21DD-64AF-2F58-5C88151D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BE21D-F74B-AA3A-E6A7-B3FA746E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5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9239-A9B6-F25A-3FF4-7C65D3CE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6C6EE7-39F1-A20E-1251-7A30E7E24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E7676-1848-1D00-A37B-DE2F292BE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BA6D1-664C-9DD6-4E3A-FF07E729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876A8-E1CC-2875-416B-2F02D29E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1086F-E0C7-363A-F327-FFA7F2B6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0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C30E-D1C7-9BB4-94CD-70C3A668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46477-1F4D-7F06-A37A-A54736D61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2ED78-FDA9-3865-2211-85370DD4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1A39-D912-48F3-87D4-1AC46B3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5E307-1786-CB33-D4E3-F49B05EDE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84CBD-6856-76E6-E75C-904862FD5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AD7BD-4C14-1893-E06F-67D42F51F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A35EE-1505-63C1-D489-FE0135E6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0F11A-13B8-1847-21B0-72DFAF6F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681FE-6A89-9112-5D66-4EFE0265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8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76744-D2E2-213A-5A34-6C5AA54A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3961B-B181-C181-5805-C50D7F9A7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E168-C29E-3B2B-7962-52F8158D4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D7A23-704E-4233-ADCC-F62D39FB9F8B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F94FB-2CC5-3B3C-409D-5A3ACC811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E1B80-680D-49F0-3A61-B2D43B47D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76A0C-53A6-446C-9F4E-852A6791C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6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3B0D-CB30-E7D1-F9B3-1CFFCA12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parallel and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368991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612E-D9E3-668A-617B-7760A623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3800" dirty="0"/>
              <a:t>Eras of Computing: Parallelism vs Sequential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C789-000D-7330-472A-984CDC7D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What is Parallel Computing?</a:t>
            </a:r>
          </a:p>
          <a:p>
            <a:pPr lvl="1"/>
            <a:r>
              <a:rPr lang="en-US" sz="1800" dirty="0"/>
              <a:t>Elements of Parallel Processing</a:t>
            </a:r>
          </a:p>
          <a:p>
            <a:r>
              <a:rPr lang="en-US" sz="2200" dirty="0"/>
              <a:t>MIMD: Shared vs Distributed memory</a:t>
            </a:r>
          </a:p>
          <a:p>
            <a:pPr lvl="1"/>
            <a:r>
              <a:rPr lang="en-US" sz="1800" dirty="0"/>
              <a:t>Easy?</a:t>
            </a:r>
          </a:p>
          <a:p>
            <a:pPr lvl="1"/>
            <a:r>
              <a:rPr lang="en-US" sz="1800" dirty="0"/>
              <a:t>Tolerant to failure ?</a:t>
            </a:r>
          </a:p>
          <a:p>
            <a:pPr lvl="1"/>
            <a:r>
              <a:rPr lang="en-US" sz="1800" dirty="0"/>
              <a:t> Better scalable? </a:t>
            </a:r>
          </a:p>
          <a:p>
            <a:r>
              <a:rPr lang="en-US" sz="2200" dirty="0"/>
              <a:t>Code grains for processor efficiency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E72D8-8FF5-9A9C-F96C-56589DCD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50773"/>
            <a:ext cx="6903720" cy="455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6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D520-CCD1-8F4E-CEFF-520062EA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A497-CFAD-F91B-7072-84588402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distributed system is a collection of independent computers that appears to its users as a single coherent system</a:t>
            </a:r>
          </a:p>
          <a:p>
            <a:r>
              <a:rPr lang="en-US" dirty="0"/>
              <a:t>Communication type ?</a:t>
            </a:r>
          </a:p>
          <a:p>
            <a:r>
              <a:rPr lang="en-US" dirty="0"/>
              <a:t>Software architect ?</a:t>
            </a:r>
          </a:p>
          <a:p>
            <a:pPr lvl="1"/>
            <a:r>
              <a:rPr lang="en-US" dirty="0"/>
              <a:t>Data-flow Architectures</a:t>
            </a:r>
          </a:p>
          <a:p>
            <a:pPr lvl="2"/>
            <a:r>
              <a:rPr lang="en-US" dirty="0"/>
              <a:t>Batch sequential : composed of sequences</a:t>
            </a:r>
          </a:p>
          <a:p>
            <a:pPr lvl="2"/>
            <a:r>
              <a:rPr lang="en-US" dirty="0"/>
              <a:t>Pipe filter style : express activity of a software system as data streams. </a:t>
            </a:r>
          </a:p>
          <a:p>
            <a:pPr lvl="3"/>
            <a:r>
              <a:rPr lang="en-US" dirty="0"/>
              <a:t>cat file name,| grep pattern, | </a:t>
            </a:r>
            <a:r>
              <a:rPr lang="en-US" dirty="0" err="1"/>
              <a:t>wc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scanning j parsing j semantic analysis j code generation)</a:t>
            </a:r>
          </a:p>
          <a:p>
            <a:r>
              <a:rPr lang="en-US" dirty="0"/>
              <a:t>Repository architectural : Blackboard systems</a:t>
            </a:r>
          </a:p>
          <a:p>
            <a:pPr lvl="1"/>
            <a:r>
              <a:rPr lang="en-US" dirty="0"/>
              <a:t>Knowledge sources: update knowledge base</a:t>
            </a:r>
          </a:p>
          <a:p>
            <a:pPr lvl="1"/>
            <a:r>
              <a:rPr lang="en-US" dirty="0"/>
              <a:t>Blackboard: represent data structure shared with KB</a:t>
            </a:r>
          </a:p>
          <a:p>
            <a:pPr lvl="1"/>
            <a:r>
              <a:rPr lang="en-US" dirty="0"/>
              <a:t>Control : collection of rules, procedures </a:t>
            </a:r>
          </a:p>
          <a:p>
            <a:r>
              <a:rPr lang="en-US" dirty="0"/>
              <a:t>Virtual machine architectures:</a:t>
            </a:r>
          </a:p>
          <a:p>
            <a:pPr lvl="1"/>
            <a:r>
              <a:rPr lang="en-US" dirty="0"/>
              <a:t>Rule based Style: abstract execution environment as an interface:</a:t>
            </a:r>
          </a:p>
          <a:p>
            <a:pPr lvl="1"/>
            <a:r>
              <a:rPr lang="en-US" dirty="0"/>
              <a:t>Interpreter style : with an interpretation engine having internal memory with pseudo code</a:t>
            </a:r>
          </a:p>
        </p:txBody>
      </p:sp>
    </p:spTree>
    <p:extLst>
      <p:ext uri="{BB962C8B-B14F-4D97-AF65-F5344CB8AC3E}">
        <p14:creationId xmlns:p14="http://schemas.microsoft.com/office/powerpoint/2010/main" val="382231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B502-D98F-A85C-F17E-8EABF21A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9C9D-9D1D-AEC2-823D-BD155E94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Client/ server </a:t>
            </a:r>
          </a:p>
          <a:p>
            <a:pPr lvl="1"/>
            <a:r>
              <a:rPr lang="en-US" dirty="0"/>
              <a:t>Thin client model</a:t>
            </a:r>
          </a:p>
          <a:p>
            <a:pPr lvl="1"/>
            <a:r>
              <a:rPr lang="en-US" dirty="0"/>
              <a:t>Fat client model</a:t>
            </a:r>
          </a:p>
          <a:p>
            <a:pPr lvl="1"/>
            <a:r>
              <a:rPr lang="en-US" dirty="0"/>
              <a:t>Two tier architecture </a:t>
            </a:r>
          </a:p>
          <a:p>
            <a:pPr lvl="1"/>
            <a:r>
              <a:rPr lang="en-US" dirty="0"/>
              <a:t>Three.. N tiers architectures</a:t>
            </a:r>
          </a:p>
          <a:p>
            <a:r>
              <a:rPr lang="en-US" dirty="0"/>
              <a:t>Peer to peer 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580D9-D1CD-43D3-60BF-851BEC982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326" y="2320938"/>
            <a:ext cx="6142252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6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BE18-A19A-C63E-F8C0-55302FDB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IPC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ECD03-F75E-2D95-C43A-EFD68BF0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  <a:p>
            <a:r>
              <a:rPr lang="en-US" dirty="0"/>
              <a:t>Message Passing : Point to point, Publish and Subscribe message model, </a:t>
            </a:r>
          </a:p>
          <a:p>
            <a:pPr lvl="1"/>
            <a:r>
              <a:rPr lang="en-US" dirty="0"/>
              <a:t>Remote procedure  call</a:t>
            </a:r>
          </a:p>
          <a:p>
            <a:pPr lvl="1"/>
            <a:r>
              <a:rPr lang="en-US" dirty="0"/>
              <a:t>Distributed Objects</a:t>
            </a:r>
          </a:p>
          <a:p>
            <a:pPr lvl="1"/>
            <a:r>
              <a:rPr lang="en-US" dirty="0"/>
              <a:t>Web Services </a:t>
            </a:r>
          </a:p>
        </p:txBody>
      </p:sp>
    </p:spTree>
    <p:extLst>
      <p:ext uri="{BB962C8B-B14F-4D97-AF65-F5344CB8AC3E}">
        <p14:creationId xmlns:p14="http://schemas.microsoft.com/office/powerpoint/2010/main" val="331471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7333-210F-5B97-0B25-E24F89B7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technology for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B37D-32C6-C9E8-8BC2-C8639C6F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Remote Procedure call</a:t>
            </a:r>
          </a:p>
        </p:txBody>
      </p:sp>
    </p:spTree>
    <p:extLst>
      <p:ext uri="{BB962C8B-B14F-4D97-AF65-F5344CB8AC3E}">
        <p14:creationId xmlns:p14="http://schemas.microsoft.com/office/powerpoint/2010/main" val="45360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7209-571C-5848-E0F1-E7DD8E5D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Oriented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52047-C10A-E366-204F-C6E898ED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Service ?</a:t>
            </a:r>
          </a:p>
          <a:p>
            <a:pPr lvl="1"/>
            <a:r>
              <a:rPr lang="en-US" dirty="0"/>
              <a:t>A service encapsulates a software component that provides a set of coherent and related functionalities that can be reused and integrated into bigger and more complex applications.</a:t>
            </a:r>
          </a:p>
          <a:p>
            <a:pPr lvl="1"/>
            <a:r>
              <a:rPr lang="en-US" dirty="0"/>
              <a:t>four major characteristics that identify a service:</a:t>
            </a:r>
          </a:p>
          <a:p>
            <a:pPr lvl="1"/>
            <a:r>
              <a:rPr lang="en-US" dirty="0"/>
              <a:t>• Boundaries are explicit. </a:t>
            </a:r>
          </a:p>
          <a:p>
            <a:pPr lvl="1"/>
            <a:r>
              <a:rPr lang="en-US" dirty="0"/>
              <a:t>Services are autonomous.</a:t>
            </a:r>
          </a:p>
          <a:p>
            <a:pPr lvl="1"/>
            <a:r>
              <a:rPr lang="en-US" dirty="0"/>
              <a:t>Services share schema and contracts, not class or interface definitions (XML, SOAP)</a:t>
            </a:r>
          </a:p>
          <a:p>
            <a:pPr lvl="1"/>
            <a:r>
              <a:rPr lang="en-US" dirty="0"/>
              <a:t>Services compatibility is determined based on policy.</a:t>
            </a:r>
          </a:p>
        </p:txBody>
      </p:sp>
    </p:spTree>
    <p:extLst>
      <p:ext uri="{BB962C8B-B14F-4D97-AF65-F5344CB8AC3E}">
        <p14:creationId xmlns:p14="http://schemas.microsoft.com/office/powerpoint/2010/main" val="33895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303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Principles of parallel and Distributed Computing</vt:lpstr>
      <vt:lpstr>Eras of Computing: Parallelism vs Sequential Computation</vt:lpstr>
      <vt:lpstr>Elements of Distributed Computing</vt:lpstr>
      <vt:lpstr>System architectures</vt:lpstr>
      <vt:lpstr>Models for IPC</vt:lpstr>
      <vt:lpstr>Communication technology for distributed computing</vt:lpstr>
      <vt:lpstr>Service Oriented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</dc:creator>
  <cp:lastModifiedBy>Safia Baloch</cp:lastModifiedBy>
  <cp:revision>28</cp:revision>
  <dcterms:created xsi:type="dcterms:W3CDTF">2025-02-03T04:45:26Z</dcterms:created>
  <dcterms:modified xsi:type="dcterms:W3CDTF">2025-02-17T18:13:29Z</dcterms:modified>
</cp:coreProperties>
</file>