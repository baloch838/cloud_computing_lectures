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2" r:id="rId5"/>
    <p:sldId id="264" r:id="rId6"/>
    <p:sldId id="260" r:id="rId7"/>
    <p:sldId id="267" r:id="rId8"/>
    <p:sldId id="265" r:id="rId9"/>
    <p:sldId id="263" r:id="rId10"/>
    <p:sldId id="266" r:id="rId11"/>
    <p:sldId id="268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94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sv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sv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4FA596D-6EC4-4600-8404-EAB21F2AC366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99530418-639C-4305-BFAD-84AF47C0FCC0}">
      <dgm:prSet/>
      <dgm:spPr/>
      <dgm:t>
        <a:bodyPr/>
        <a:lstStyle/>
        <a:p>
          <a:pPr>
            <a:defRPr b="1"/>
          </a:pPr>
          <a:r>
            <a:rPr lang="en-US" b="1"/>
            <a:t>Compute</a:t>
          </a:r>
          <a:r>
            <a:rPr lang="en-US"/>
            <a:t>: rack server, blade servers, tower servers. </a:t>
          </a:r>
        </a:p>
      </dgm:t>
    </dgm:pt>
    <dgm:pt modelId="{757FDC50-7AC7-4A35-8BE2-97DEB47D8833}" type="parTrans" cxnId="{2FF82D9B-7535-4DA7-86AE-52184AFE041C}">
      <dgm:prSet/>
      <dgm:spPr/>
      <dgm:t>
        <a:bodyPr/>
        <a:lstStyle/>
        <a:p>
          <a:endParaRPr lang="en-US"/>
        </a:p>
      </dgm:t>
    </dgm:pt>
    <dgm:pt modelId="{51B5DCD2-034B-45DA-9E0F-F7320272C923}" type="sibTrans" cxnId="{2FF82D9B-7535-4DA7-86AE-52184AFE041C}">
      <dgm:prSet/>
      <dgm:spPr/>
      <dgm:t>
        <a:bodyPr/>
        <a:lstStyle/>
        <a:p>
          <a:endParaRPr lang="en-US"/>
        </a:p>
      </dgm:t>
    </dgm:pt>
    <dgm:pt modelId="{C78285F0-E78B-4FBF-977E-858E41A53BB8}">
      <dgm:prSet/>
      <dgm:spPr/>
      <dgm:t>
        <a:bodyPr/>
        <a:lstStyle/>
        <a:p>
          <a:pPr>
            <a:defRPr b="1"/>
          </a:pPr>
          <a:r>
            <a:rPr lang="en-US" b="1"/>
            <a:t>Storage systems: </a:t>
          </a:r>
          <a:endParaRPr lang="en-US"/>
        </a:p>
      </dgm:t>
    </dgm:pt>
    <dgm:pt modelId="{07FDCD3C-80E4-46EC-B9E5-39586C271371}" type="parTrans" cxnId="{2C6638EC-7177-4D97-B227-308FD5E25592}">
      <dgm:prSet/>
      <dgm:spPr/>
      <dgm:t>
        <a:bodyPr/>
        <a:lstStyle/>
        <a:p>
          <a:endParaRPr lang="en-US"/>
        </a:p>
      </dgm:t>
    </dgm:pt>
    <dgm:pt modelId="{309B6A6E-632B-4DF8-AB88-7C67AE88B45F}" type="sibTrans" cxnId="{2C6638EC-7177-4D97-B227-308FD5E25592}">
      <dgm:prSet/>
      <dgm:spPr/>
      <dgm:t>
        <a:bodyPr/>
        <a:lstStyle/>
        <a:p>
          <a:endParaRPr lang="en-US"/>
        </a:p>
      </dgm:t>
    </dgm:pt>
    <dgm:pt modelId="{FE17A8F3-4967-4BAD-9F63-AD42A4B5CF88}">
      <dgm:prSet/>
      <dgm:spPr/>
      <dgm:t>
        <a:bodyPr/>
        <a:lstStyle/>
        <a:p>
          <a:r>
            <a:rPr lang="en-US"/>
            <a:t>SANs: Storage Area Networks</a:t>
          </a:r>
        </a:p>
      </dgm:t>
    </dgm:pt>
    <dgm:pt modelId="{976E132C-A886-4A63-8177-25E15D1DF9CE}" type="parTrans" cxnId="{170413A7-D17F-4B4E-9190-7447291EA3C7}">
      <dgm:prSet/>
      <dgm:spPr/>
      <dgm:t>
        <a:bodyPr/>
        <a:lstStyle/>
        <a:p>
          <a:endParaRPr lang="en-US"/>
        </a:p>
      </dgm:t>
    </dgm:pt>
    <dgm:pt modelId="{7A537839-C694-4872-8D0F-7FB2FA9687B3}" type="sibTrans" cxnId="{170413A7-D17F-4B4E-9190-7447291EA3C7}">
      <dgm:prSet/>
      <dgm:spPr/>
      <dgm:t>
        <a:bodyPr/>
        <a:lstStyle/>
        <a:p>
          <a:endParaRPr lang="en-US"/>
        </a:p>
      </dgm:t>
    </dgm:pt>
    <dgm:pt modelId="{50DE68B5-78FC-4016-BB77-DCEDF59D3AEB}">
      <dgm:prSet/>
      <dgm:spPr/>
      <dgm:t>
        <a:bodyPr/>
        <a:lstStyle/>
        <a:p>
          <a:r>
            <a:rPr lang="en-US"/>
            <a:t>NAS: Network Attached Storage</a:t>
          </a:r>
        </a:p>
      </dgm:t>
    </dgm:pt>
    <dgm:pt modelId="{7E92A5BE-3AFD-4572-9C23-8C2132CD6FE9}" type="parTrans" cxnId="{FD0D9AA6-92A2-4AB5-A529-3865BD2EFB37}">
      <dgm:prSet/>
      <dgm:spPr/>
      <dgm:t>
        <a:bodyPr/>
        <a:lstStyle/>
        <a:p>
          <a:endParaRPr lang="en-US"/>
        </a:p>
      </dgm:t>
    </dgm:pt>
    <dgm:pt modelId="{DB68654B-64D8-42D3-8545-1B8AA982258B}" type="sibTrans" cxnId="{FD0D9AA6-92A2-4AB5-A529-3865BD2EFB37}">
      <dgm:prSet/>
      <dgm:spPr/>
      <dgm:t>
        <a:bodyPr/>
        <a:lstStyle/>
        <a:p>
          <a:endParaRPr lang="en-US"/>
        </a:p>
      </dgm:t>
    </dgm:pt>
    <dgm:pt modelId="{EBD1287B-DE34-45EC-8CF2-0624D06E058B}">
      <dgm:prSet/>
      <dgm:spPr/>
      <dgm:t>
        <a:bodyPr/>
        <a:lstStyle/>
        <a:p>
          <a:r>
            <a:rPr lang="en-US"/>
            <a:t>DAS: Direct Attached Storage</a:t>
          </a:r>
        </a:p>
      </dgm:t>
    </dgm:pt>
    <dgm:pt modelId="{F8C502B9-3A98-4F1A-BE13-6BA2B4D224BF}" type="parTrans" cxnId="{A8299026-A215-4B69-BFBF-E5075C35D334}">
      <dgm:prSet/>
      <dgm:spPr/>
      <dgm:t>
        <a:bodyPr/>
        <a:lstStyle/>
        <a:p>
          <a:endParaRPr lang="en-US"/>
        </a:p>
      </dgm:t>
    </dgm:pt>
    <dgm:pt modelId="{627E2866-25DA-4A39-9A4A-27D9D39C2C63}" type="sibTrans" cxnId="{A8299026-A215-4B69-BFBF-E5075C35D334}">
      <dgm:prSet/>
      <dgm:spPr/>
      <dgm:t>
        <a:bodyPr/>
        <a:lstStyle/>
        <a:p>
          <a:endParaRPr lang="en-US"/>
        </a:p>
      </dgm:t>
    </dgm:pt>
    <dgm:pt modelId="{C249B595-B8FF-415F-9FAE-C907043B43C0}">
      <dgm:prSet/>
      <dgm:spPr/>
      <dgm:t>
        <a:bodyPr/>
        <a:lstStyle/>
        <a:p>
          <a:pPr>
            <a:defRPr b="1"/>
          </a:pPr>
          <a:r>
            <a:rPr lang="en-US" b="1"/>
            <a:t>Networking Equipment: </a:t>
          </a:r>
          <a:r>
            <a:rPr lang="en-US"/>
            <a:t>Switches, routers, firewalls, and load balancers</a:t>
          </a:r>
        </a:p>
      </dgm:t>
    </dgm:pt>
    <dgm:pt modelId="{16D9C95D-81CA-4601-AA9B-922CAA45851E}" type="parTrans" cxnId="{EF38A580-5120-4446-863E-E334B37B5C2D}">
      <dgm:prSet/>
      <dgm:spPr/>
      <dgm:t>
        <a:bodyPr/>
        <a:lstStyle/>
        <a:p>
          <a:endParaRPr lang="en-US"/>
        </a:p>
      </dgm:t>
    </dgm:pt>
    <dgm:pt modelId="{77ECAC6E-157E-4192-AF6B-B20ADF993056}" type="sibTrans" cxnId="{EF38A580-5120-4446-863E-E334B37B5C2D}">
      <dgm:prSet/>
      <dgm:spPr/>
      <dgm:t>
        <a:bodyPr/>
        <a:lstStyle/>
        <a:p>
          <a:endParaRPr lang="en-US"/>
        </a:p>
      </dgm:t>
    </dgm:pt>
    <dgm:pt modelId="{9DE1F65E-364E-4200-B02D-95560948BB98}">
      <dgm:prSet/>
      <dgm:spPr/>
      <dgm:t>
        <a:bodyPr/>
        <a:lstStyle/>
        <a:p>
          <a:pPr>
            <a:defRPr b="1"/>
          </a:pPr>
          <a:r>
            <a:rPr lang="en-US" b="1"/>
            <a:t>Power Infrastructure:</a:t>
          </a:r>
          <a:endParaRPr lang="en-US"/>
        </a:p>
      </dgm:t>
    </dgm:pt>
    <dgm:pt modelId="{AA5FB587-0EB0-4786-B1BF-BD7D06FB0109}" type="parTrans" cxnId="{A263C4A1-F5EE-4E2D-968A-A21448A79CFF}">
      <dgm:prSet/>
      <dgm:spPr/>
      <dgm:t>
        <a:bodyPr/>
        <a:lstStyle/>
        <a:p>
          <a:endParaRPr lang="en-US"/>
        </a:p>
      </dgm:t>
    </dgm:pt>
    <dgm:pt modelId="{1FF4DD36-59F5-4CAE-A531-E130F75A0603}" type="sibTrans" cxnId="{A263C4A1-F5EE-4E2D-968A-A21448A79CFF}">
      <dgm:prSet/>
      <dgm:spPr/>
      <dgm:t>
        <a:bodyPr/>
        <a:lstStyle/>
        <a:p>
          <a:endParaRPr lang="en-US"/>
        </a:p>
      </dgm:t>
    </dgm:pt>
    <dgm:pt modelId="{3964E02A-271B-418A-A651-8682C7B5AC55}">
      <dgm:prSet/>
      <dgm:spPr/>
      <dgm:t>
        <a:bodyPr/>
        <a:lstStyle/>
        <a:p>
          <a:r>
            <a:rPr lang="en-US"/>
            <a:t>CRAC: Computer Room Air Conditioning Unit</a:t>
          </a:r>
        </a:p>
      </dgm:t>
    </dgm:pt>
    <dgm:pt modelId="{814C8A54-8365-41D6-B950-06EE745E2293}" type="parTrans" cxnId="{0C0E6A10-10EF-4F71-825F-1532902AF277}">
      <dgm:prSet/>
      <dgm:spPr/>
      <dgm:t>
        <a:bodyPr/>
        <a:lstStyle/>
        <a:p>
          <a:endParaRPr lang="en-US"/>
        </a:p>
      </dgm:t>
    </dgm:pt>
    <dgm:pt modelId="{3F62DE35-A7A3-4273-8F36-BB974BA0B939}" type="sibTrans" cxnId="{0C0E6A10-10EF-4F71-825F-1532902AF277}">
      <dgm:prSet/>
      <dgm:spPr/>
      <dgm:t>
        <a:bodyPr/>
        <a:lstStyle/>
        <a:p>
          <a:endParaRPr lang="en-US"/>
        </a:p>
      </dgm:t>
    </dgm:pt>
    <dgm:pt modelId="{CDE66548-BFC6-4084-B472-94FF3125E24B}">
      <dgm:prSet/>
      <dgm:spPr/>
      <dgm:t>
        <a:bodyPr/>
        <a:lstStyle/>
        <a:p>
          <a:r>
            <a:rPr lang="en-US"/>
            <a:t>LCS: Liquid cooling systems, and </a:t>
          </a:r>
        </a:p>
      </dgm:t>
    </dgm:pt>
    <dgm:pt modelId="{27356575-2EBB-4DE8-B7CF-0128744997DC}" type="parTrans" cxnId="{F0F030F6-404F-487C-B8FB-B040687620B1}">
      <dgm:prSet/>
      <dgm:spPr/>
      <dgm:t>
        <a:bodyPr/>
        <a:lstStyle/>
        <a:p>
          <a:endParaRPr lang="en-US"/>
        </a:p>
      </dgm:t>
    </dgm:pt>
    <dgm:pt modelId="{F98E3E85-585D-4752-928B-868F1C8B7DC8}" type="sibTrans" cxnId="{F0F030F6-404F-487C-B8FB-B040687620B1}">
      <dgm:prSet/>
      <dgm:spPr/>
      <dgm:t>
        <a:bodyPr/>
        <a:lstStyle/>
        <a:p>
          <a:endParaRPr lang="en-US"/>
        </a:p>
      </dgm:t>
    </dgm:pt>
    <dgm:pt modelId="{14ED279C-0D32-4F3C-9398-F884F80924D7}">
      <dgm:prSet/>
      <dgm:spPr/>
      <dgm:t>
        <a:bodyPr/>
        <a:lstStyle/>
        <a:p>
          <a:r>
            <a:rPr lang="en-US"/>
            <a:t>hot/cold aisle containment for optimal temperature and humidity levels for hardware</a:t>
          </a:r>
        </a:p>
      </dgm:t>
    </dgm:pt>
    <dgm:pt modelId="{A3FB05A0-833C-40AF-8B14-42E239C0D364}" type="parTrans" cxnId="{98209523-FF3C-4080-9513-1BDA5898D82C}">
      <dgm:prSet/>
      <dgm:spPr/>
      <dgm:t>
        <a:bodyPr/>
        <a:lstStyle/>
        <a:p>
          <a:endParaRPr lang="en-US"/>
        </a:p>
      </dgm:t>
    </dgm:pt>
    <dgm:pt modelId="{17E6669E-AE78-4413-9E8C-E5687EC5776D}" type="sibTrans" cxnId="{98209523-FF3C-4080-9513-1BDA5898D82C}">
      <dgm:prSet/>
      <dgm:spPr/>
      <dgm:t>
        <a:bodyPr/>
        <a:lstStyle/>
        <a:p>
          <a:endParaRPr lang="en-US"/>
        </a:p>
      </dgm:t>
    </dgm:pt>
    <dgm:pt modelId="{AC8EEBCB-34DF-4879-BD05-A6DBDB508023}">
      <dgm:prSet/>
      <dgm:spPr/>
      <dgm:t>
        <a:bodyPr/>
        <a:lstStyle/>
        <a:p>
          <a:pPr>
            <a:defRPr b="1"/>
          </a:pPr>
          <a:r>
            <a:rPr lang="en-US" b="1"/>
            <a:t>Security Systems: </a:t>
          </a:r>
          <a:endParaRPr lang="en-US"/>
        </a:p>
      </dgm:t>
    </dgm:pt>
    <dgm:pt modelId="{0FB79E94-378E-455F-B73B-88BE6996A75E}" type="parTrans" cxnId="{A71D6F3E-0BAC-45E7-9F3C-F47310DE845C}">
      <dgm:prSet/>
      <dgm:spPr/>
      <dgm:t>
        <a:bodyPr/>
        <a:lstStyle/>
        <a:p>
          <a:endParaRPr lang="en-US"/>
        </a:p>
      </dgm:t>
    </dgm:pt>
    <dgm:pt modelId="{6EDB8B18-9B5D-4118-906C-1C22A69B8E6B}" type="sibTrans" cxnId="{A71D6F3E-0BAC-45E7-9F3C-F47310DE845C}">
      <dgm:prSet/>
      <dgm:spPr/>
      <dgm:t>
        <a:bodyPr/>
        <a:lstStyle/>
        <a:p>
          <a:endParaRPr lang="en-US"/>
        </a:p>
      </dgm:t>
    </dgm:pt>
    <dgm:pt modelId="{F240E243-B04C-4EE0-8407-AD900A31C9BC}">
      <dgm:prSet/>
      <dgm:spPr/>
      <dgm:t>
        <a:bodyPr/>
        <a:lstStyle/>
        <a:p>
          <a:pPr>
            <a:defRPr b="1"/>
          </a:pPr>
          <a:r>
            <a:rPr lang="en-US" b="1"/>
            <a:t>Management Software: </a:t>
          </a:r>
          <a:endParaRPr lang="en-US"/>
        </a:p>
      </dgm:t>
    </dgm:pt>
    <dgm:pt modelId="{AEC6A691-4F85-4490-B764-6F066FA67AC9}" type="parTrans" cxnId="{23E448F7-D6BE-43C1-B144-E0AA15970451}">
      <dgm:prSet/>
      <dgm:spPr/>
      <dgm:t>
        <a:bodyPr/>
        <a:lstStyle/>
        <a:p>
          <a:endParaRPr lang="en-US"/>
        </a:p>
      </dgm:t>
    </dgm:pt>
    <dgm:pt modelId="{34A6A800-60EC-40D5-9CD6-E8158683E86D}" type="sibTrans" cxnId="{23E448F7-D6BE-43C1-B144-E0AA15970451}">
      <dgm:prSet/>
      <dgm:spPr/>
      <dgm:t>
        <a:bodyPr/>
        <a:lstStyle/>
        <a:p>
          <a:endParaRPr lang="en-US"/>
        </a:p>
      </dgm:t>
    </dgm:pt>
    <dgm:pt modelId="{CC27B7E0-7278-42D3-A402-BAA0BE069B99}">
      <dgm:prSet/>
      <dgm:spPr/>
      <dgm:t>
        <a:bodyPr/>
        <a:lstStyle/>
        <a:p>
          <a:r>
            <a:rPr lang="en-US" b="1"/>
            <a:t>DCIM: </a:t>
          </a:r>
          <a:r>
            <a:rPr lang="en-US"/>
            <a:t>Data Center Infrastructure Management software</a:t>
          </a:r>
        </a:p>
      </dgm:t>
    </dgm:pt>
    <dgm:pt modelId="{1C4D9411-DB97-4A59-8701-DF00430B7316}" type="parTrans" cxnId="{1297937A-DD67-4673-BD92-D9966C99D99B}">
      <dgm:prSet/>
      <dgm:spPr/>
      <dgm:t>
        <a:bodyPr/>
        <a:lstStyle/>
        <a:p>
          <a:endParaRPr lang="en-US"/>
        </a:p>
      </dgm:t>
    </dgm:pt>
    <dgm:pt modelId="{AAC8AD5C-2C44-4A89-B888-7A5837EA1D4A}" type="sibTrans" cxnId="{1297937A-DD67-4673-BD92-D9966C99D99B}">
      <dgm:prSet/>
      <dgm:spPr/>
      <dgm:t>
        <a:bodyPr/>
        <a:lstStyle/>
        <a:p>
          <a:endParaRPr lang="en-US"/>
        </a:p>
      </dgm:t>
    </dgm:pt>
    <dgm:pt modelId="{4C62A8C7-988E-4163-A981-5E743033AE3E}" type="pres">
      <dgm:prSet presAssocID="{E4FA596D-6EC4-4600-8404-EAB21F2AC366}" presName="root" presStyleCnt="0">
        <dgm:presLayoutVars>
          <dgm:dir/>
          <dgm:resizeHandles val="exact"/>
        </dgm:presLayoutVars>
      </dgm:prSet>
      <dgm:spPr/>
    </dgm:pt>
    <dgm:pt modelId="{326B7AE9-A747-4A02-95CB-8347E3833E33}" type="pres">
      <dgm:prSet presAssocID="{99530418-639C-4305-BFAD-84AF47C0FCC0}" presName="compNode" presStyleCnt="0"/>
      <dgm:spPr/>
    </dgm:pt>
    <dgm:pt modelId="{F7BA8787-7E8C-4366-B858-0DD606587AB2}" type="pres">
      <dgm:prSet presAssocID="{99530418-639C-4305-BFAD-84AF47C0FCC0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E858350B-F063-45FC-BD02-EE60DD1EED63}" type="pres">
      <dgm:prSet presAssocID="{99530418-639C-4305-BFAD-84AF47C0FCC0}" presName="iconSpace" presStyleCnt="0"/>
      <dgm:spPr/>
    </dgm:pt>
    <dgm:pt modelId="{3022841B-F715-411E-A4D3-6FEF0852C24A}" type="pres">
      <dgm:prSet presAssocID="{99530418-639C-4305-BFAD-84AF47C0FCC0}" presName="parTx" presStyleLbl="revTx" presStyleIdx="0" presStyleCnt="12">
        <dgm:presLayoutVars>
          <dgm:chMax val="0"/>
          <dgm:chPref val="0"/>
        </dgm:presLayoutVars>
      </dgm:prSet>
      <dgm:spPr/>
    </dgm:pt>
    <dgm:pt modelId="{7EEDA743-7EB1-4B1F-9EC2-793C7C42E84A}" type="pres">
      <dgm:prSet presAssocID="{99530418-639C-4305-BFAD-84AF47C0FCC0}" presName="txSpace" presStyleCnt="0"/>
      <dgm:spPr/>
    </dgm:pt>
    <dgm:pt modelId="{5C855DEF-4E46-460F-BC1D-66EC1299F14A}" type="pres">
      <dgm:prSet presAssocID="{99530418-639C-4305-BFAD-84AF47C0FCC0}" presName="desTx" presStyleLbl="revTx" presStyleIdx="1" presStyleCnt="12">
        <dgm:presLayoutVars/>
      </dgm:prSet>
      <dgm:spPr/>
    </dgm:pt>
    <dgm:pt modelId="{3138C9C9-78E7-457D-A5AE-7436C2605A9E}" type="pres">
      <dgm:prSet presAssocID="{51B5DCD2-034B-45DA-9E0F-F7320272C923}" presName="sibTrans" presStyleCnt="0"/>
      <dgm:spPr/>
    </dgm:pt>
    <dgm:pt modelId="{C9698533-DC67-41A9-8434-E7EE8D1051BA}" type="pres">
      <dgm:prSet presAssocID="{C78285F0-E78B-4FBF-977E-858E41A53BB8}" presName="compNode" presStyleCnt="0"/>
      <dgm:spPr/>
    </dgm:pt>
    <dgm:pt modelId="{2CBB5ACD-0741-4D20-9AA7-641DB5F6115B}" type="pres">
      <dgm:prSet presAssocID="{C78285F0-E78B-4FBF-977E-858E41A53BB8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27737D14-2921-44E5-9CF1-EFA0C2C34E63}" type="pres">
      <dgm:prSet presAssocID="{C78285F0-E78B-4FBF-977E-858E41A53BB8}" presName="iconSpace" presStyleCnt="0"/>
      <dgm:spPr/>
    </dgm:pt>
    <dgm:pt modelId="{F7A7547A-6D9B-4899-B2DA-E4ECC325C9A3}" type="pres">
      <dgm:prSet presAssocID="{C78285F0-E78B-4FBF-977E-858E41A53BB8}" presName="parTx" presStyleLbl="revTx" presStyleIdx="2" presStyleCnt="12">
        <dgm:presLayoutVars>
          <dgm:chMax val="0"/>
          <dgm:chPref val="0"/>
        </dgm:presLayoutVars>
      </dgm:prSet>
      <dgm:spPr/>
    </dgm:pt>
    <dgm:pt modelId="{7E6918C0-90FE-478E-89EC-1BA420511539}" type="pres">
      <dgm:prSet presAssocID="{C78285F0-E78B-4FBF-977E-858E41A53BB8}" presName="txSpace" presStyleCnt="0"/>
      <dgm:spPr/>
    </dgm:pt>
    <dgm:pt modelId="{077BDC35-77C9-4F26-A379-613C17C2188B}" type="pres">
      <dgm:prSet presAssocID="{C78285F0-E78B-4FBF-977E-858E41A53BB8}" presName="desTx" presStyleLbl="revTx" presStyleIdx="3" presStyleCnt="12">
        <dgm:presLayoutVars/>
      </dgm:prSet>
      <dgm:spPr/>
    </dgm:pt>
    <dgm:pt modelId="{C657852B-69F4-4EAC-84C5-B5B58F7C1BF6}" type="pres">
      <dgm:prSet presAssocID="{309B6A6E-632B-4DF8-AB88-7C67AE88B45F}" presName="sibTrans" presStyleCnt="0"/>
      <dgm:spPr/>
    </dgm:pt>
    <dgm:pt modelId="{B0C98C89-62C2-4256-A817-7E076951E14F}" type="pres">
      <dgm:prSet presAssocID="{C249B595-B8FF-415F-9FAE-C907043B43C0}" presName="compNode" presStyleCnt="0"/>
      <dgm:spPr/>
    </dgm:pt>
    <dgm:pt modelId="{C56C2748-E3C0-415D-9786-9345D3076571}" type="pres">
      <dgm:prSet presAssocID="{C249B595-B8FF-415F-9FAE-C907043B43C0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sconnected"/>
        </a:ext>
      </dgm:extLst>
    </dgm:pt>
    <dgm:pt modelId="{003C8A0D-30DA-4AD8-926D-84673965AE27}" type="pres">
      <dgm:prSet presAssocID="{C249B595-B8FF-415F-9FAE-C907043B43C0}" presName="iconSpace" presStyleCnt="0"/>
      <dgm:spPr/>
    </dgm:pt>
    <dgm:pt modelId="{BCD53586-C38D-4B26-ABE1-D4CEFB8B8965}" type="pres">
      <dgm:prSet presAssocID="{C249B595-B8FF-415F-9FAE-C907043B43C0}" presName="parTx" presStyleLbl="revTx" presStyleIdx="4" presStyleCnt="12">
        <dgm:presLayoutVars>
          <dgm:chMax val="0"/>
          <dgm:chPref val="0"/>
        </dgm:presLayoutVars>
      </dgm:prSet>
      <dgm:spPr/>
    </dgm:pt>
    <dgm:pt modelId="{8F491093-E7B1-4EDC-B4A2-6B9317C42BD0}" type="pres">
      <dgm:prSet presAssocID="{C249B595-B8FF-415F-9FAE-C907043B43C0}" presName="txSpace" presStyleCnt="0"/>
      <dgm:spPr/>
    </dgm:pt>
    <dgm:pt modelId="{043B3B31-64F0-465B-A30C-59F98D81454A}" type="pres">
      <dgm:prSet presAssocID="{C249B595-B8FF-415F-9FAE-C907043B43C0}" presName="desTx" presStyleLbl="revTx" presStyleIdx="5" presStyleCnt="12">
        <dgm:presLayoutVars/>
      </dgm:prSet>
      <dgm:spPr/>
    </dgm:pt>
    <dgm:pt modelId="{55093CCD-4B0E-4A94-87A5-2D8BF5064837}" type="pres">
      <dgm:prSet presAssocID="{77ECAC6E-157E-4192-AF6B-B20ADF993056}" presName="sibTrans" presStyleCnt="0"/>
      <dgm:spPr/>
    </dgm:pt>
    <dgm:pt modelId="{55CBCFDE-CEAC-4B03-9A78-E40DF79E9D69}" type="pres">
      <dgm:prSet presAssocID="{9DE1F65E-364E-4200-B02D-95560948BB98}" presName="compNode" presStyleCnt="0"/>
      <dgm:spPr/>
    </dgm:pt>
    <dgm:pt modelId="{041E784D-1C1B-494B-BA00-4F262760DF0F}" type="pres">
      <dgm:prSet presAssocID="{9DE1F65E-364E-4200-B02D-95560948BB98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w Temperature"/>
        </a:ext>
      </dgm:extLst>
    </dgm:pt>
    <dgm:pt modelId="{EBCCCD61-6D0A-4F3D-9124-5CF0D7D4D7FE}" type="pres">
      <dgm:prSet presAssocID="{9DE1F65E-364E-4200-B02D-95560948BB98}" presName="iconSpace" presStyleCnt="0"/>
      <dgm:spPr/>
    </dgm:pt>
    <dgm:pt modelId="{764B7013-9790-4E19-8730-A94E7B16A456}" type="pres">
      <dgm:prSet presAssocID="{9DE1F65E-364E-4200-B02D-95560948BB98}" presName="parTx" presStyleLbl="revTx" presStyleIdx="6" presStyleCnt="12">
        <dgm:presLayoutVars>
          <dgm:chMax val="0"/>
          <dgm:chPref val="0"/>
        </dgm:presLayoutVars>
      </dgm:prSet>
      <dgm:spPr/>
    </dgm:pt>
    <dgm:pt modelId="{88856ADE-6E21-4BBD-97AC-E57DF69CDA41}" type="pres">
      <dgm:prSet presAssocID="{9DE1F65E-364E-4200-B02D-95560948BB98}" presName="txSpace" presStyleCnt="0"/>
      <dgm:spPr/>
    </dgm:pt>
    <dgm:pt modelId="{C5E2D137-4C0E-4AE5-ACEE-ED1D9BC7155F}" type="pres">
      <dgm:prSet presAssocID="{9DE1F65E-364E-4200-B02D-95560948BB98}" presName="desTx" presStyleLbl="revTx" presStyleIdx="7" presStyleCnt="12">
        <dgm:presLayoutVars/>
      </dgm:prSet>
      <dgm:spPr/>
    </dgm:pt>
    <dgm:pt modelId="{33BF0994-18CE-4000-81DD-00DCA417EE73}" type="pres">
      <dgm:prSet presAssocID="{1FF4DD36-59F5-4CAE-A531-E130F75A0603}" presName="sibTrans" presStyleCnt="0"/>
      <dgm:spPr/>
    </dgm:pt>
    <dgm:pt modelId="{2E18DBF0-B19D-4EA9-A916-5C253B3A9006}" type="pres">
      <dgm:prSet presAssocID="{AC8EEBCB-34DF-4879-BD05-A6DBDB508023}" presName="compNode" presStyleCnt="0"/>
      <dgm:spPr/>
    </dgm:pt>
    <dgm:pt modelId="{62DE47D4-E635-4C4C-BB26-3B127E1619AD}" type="pres">
      <dgm:prSet presAssocID="{AC8EEBCB-34DF-4879-BD05-A6DBDB508023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FFDF33E3-E960-4BA8-8AB7-FF4042BF660B}" type="pres">
      <dgm:prSet presAssocID="{AC8EEBCB-34DF-4879-BD05-A6DBDB508023}" presName="iconSpace" presStyleCnt="0"/>
      <dgm:spPr/>
    </dgm:pt>
    <dgm:pt modelId="{E415DDA8-3AEC-48A9-923D-0FB6B6721B7E}" type="pres">
      <dgm:prSet presAssocID="{AC8EEBCB-34DF-4879-BD05-A6DBDB508023}" presName="parTx" presStyleLbl="revTx" presStyleIdx="8" presStyleCnt="12">
        <dgm:presLayoutVars>
          <dgm:chMax val="0"/>
          <dgm:chPref val="0"/>
        </dgm:presLayoutVars>
      </dgm:prSet>
      <dgm:spPr/>
    </dgm:pt>
    <dgm:pt modelId="{E9D3D4EF-8DA5-42C8-B16D-233284B67070}" type="pres">
      <dgm:prSet presAssocID="{AC8EEBCB-34DF-4879-BD05-A6DBDB508023}" presName="txSpace" presStyleCnt="0"/>
      <dgm:spPr/>
    </dgm:pt>
    <dgm:pt modelId="{FB59CF99-F03C-4464-9431-09137A3B3BE0}" type="pres">
      <dgm:prSet presAssocID="{AC8EEBCB-34DF-4879-BD05-A6DBDB508023}" presName="desTx" presStyleLbl="revTx" presStyleIdx="9" presStyleCnt="12">
        <dgm:presLayoutVars/>
      </dgm:prSet>
      <dgm:spPr/>
    </dgm:pt>
    <dgm:pt modelId="{4B66DD6D-8BB8-4192-B3C6-3FE3722DCFA1}" type="pres">
      <dgm:prSet presAssocID="{6EDB8B18-9B5D-4118-906C-1C22A69B8E6B}" presName="sibTrans" presStyleCnt="0"/>
      <dgm:spPr/>
    </dgm:pt>
    <dgm:pt modelId="{4BEE9085-DB32-486A-A412-1283AC27ADED}" type="pres">
      <dgm:prSet presAssocID="{F240E243-B04C-4EE0-8407-AD900A31C9BC}" presName="compNode" presStyleCnt="0"/>
      <dgm:spPr/>
    </dgm:pt>
    <dgm:pt modelId="{CA0F740A-A7FB-4C5B-8BDE-9BDB3A341B59}" type="pres">
      <dgm:prSet presAssocID="{F240E243-B04C-4EE0-8407-AD900A31C9BC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C7978491-0A55-4B04-A5B8-D7CD43D91E5F}" type="pres">
      <dgm:prSet presAssocID="{F240E243-B04C-4EE0-8407-AD900A31C9BC}" presName="iconSpace" presStyleCnt="0"/>
      <dgm:spPr/>
    </dgm:pt>
    <dgm:pt modelId="{0D6C24ED-0627-4177-AEA0-1D919CC9A4A3}" type="pres">
      <dgm:prSet presAssocID="{F240E243-B04C-4EE0-8407-AD900A31C9BC}" presName="parTx" presStyleLbl="revTx" presStyleIdx="10" presStyleCnt="12">
        <dgm:presLayoutVars>
          <dgm:chMax val="0"/>
          <dgm:chPref val="0"/>
        </dgm:presLayoutVars>
      </dgm:prSet>
      <dgm:spPr/>
    </dgm:pt>
    <dgm:pt modelId="{605EBBFC-2BC2-4490-A640-B78AE58AA2BE}" type="pres">
      <dgm:prSet presAssocID="{F240E243-B04C-4EE0-8407-AD900A31C9BC}" presName="txSpace" presStyleCnt="0"/>
      <dgm:spPr/>
    </dgm:pt>
    <dgm:pt modelId="{902EAD10-CDB9-43C9-A5E4-6290684965A4}" type="pres">
      <dgm:prSet presAssocID="{F240E243-B04C-4EE0-8407-AD900A31C9BC}" presName="desTx" presStyleLbl="revTx" presStyleIdx="11" presStyleCnt="12">
        <dgm:presLayoutVars/>
      </dgm:prSet>
      <dgm:spPr/>
    </dgm:pt>
  </dgm:ptLst>
  <dgm:cxnLst>
    <dgm:cxn modelId="{EFEFCD0B-43D5-499D-B76C-213179FCE2CE}" type="presOf" srcId="{50DE68B5-78FC-4016-BB77-DCEDF59D3AEB}" destId="{077BDC35-77C9-4F26-A379-613C17C2188B}" srcOrd="0" destOrd="1" presId="urn:microsoft.com/office/officeart/2018/2/layout/IconLabelDescriptionList"/>
    <dgm:cxn modelId="{0C0E6A10-10EF-4F71-825F-1532902AF277}" srcId="{9DE1F65E-364E-4200-B02D-95560948BB98}" destId="{3964E02A-271B-418A-A651-8682C7B5AC55}" srcOrd="0" destOrd="0" parTransId="{814C8A54-8365-41D6-B950-06EE745E2293}" sibTransId="{3F62DE35-A7A3-4273-8F36-BB974BA0B939}"/>
    <dgm:cxn modelId="{98209523-FF3C-4080-9513-1BDA5898D82C}" srcId="{9DE1F65E-364E-4200-B02D-95560948BB98}" destId="{14ED279C-0D32-4F3C-9398-F884F80924D7}" srcOrd="2" destOrd="0" parTransId="{A3FB05A0-833C-40AF-8B14-42E239C0D364}" sibTransId="{17E6669E-AE78-4413-9E8C-E5687EC5776D}"/>
    <dgm:cxn modelId="{A8299026-A215-4B69-BFBF-E5075C35D334}" srcId="{C78285F0-E78B-4FBF-977E-858E41A53BB8}" destId="{EBD1287B-DE34-45EC-8CF2-0624D06E058B}" srcOrd="2" destOrd="0" parTransId="{F8C502B9-3A98-4F1A-BE13-6BA2B4D224BF}" sibTransId="{627E2866-25DA-4A39-9A4A-27D9D39C2C63}"/>
    <dgm:cxn modelId="{AF76972C-7F88-4C54-9068-EC99EC73D019}" type="presOf" srcId="{CDE66548-BFC6-4084-B472-94FF3125E24B}" destId="{C5E2D137-4C0E-4AE5-ACEE-ED1D9BC7155F}" srcOrd="0" destOrd="1" presId="urn:microsoft.com/office/officeart/2018/2/layout/IconLabelDescriptionList"/>
    <dgm:cxn modelId="{4EC5D639-D9AC-4B98-B8F2-CB01BF9BA53D}" type="presOf" srcId="{C78285F0-E78B-4FBF-977E-858E41A53BB8}" destId="{F7A7547A-6D9B-4899-B2DA-E4ECC325C9A3}" srcOrd="0" destOrd="0" presId="urn:microsoft.com/office/officeart/2018/2/layout/IconLabelDescriptionList"/>
    <dgm:cxn modelId="{F6B12D3D-78C6-484B-A9B7-E33B5649EC2F}" type="presOf" srcId="{E4FA596D-6EC4-4600-8404-EAB21F2AC366}" destId="{4C62A8C7-988E-4163-A981-5E743033AE3E}" srcOrd="0" destOrd="0" presId="urn:microsoft.com/office/officeart/2018/2/layout/IconLabelDescriptionList"/>
    <dgm:cxn modelId="{A71D6F3E-0BAC-45E7-9F3C-F47310DE845C}" srcId="{E4FA596D-6EC4-4600-8404-EAB21F2AC366}" destId="{AC8EEBCB-34DF-4879-BD05-A6DBDB508023}" srcOrd="4" destOrd="0" parTransId="{0FB79E94-378E-455F-B73B-88BE6996A75E}" sibTransId="{6EDB8B18-9B5D-4118-906C-1C22A69B8E6B}"/>
    <dgm:cxn modelId="{66ACEB64-563E-4D07-9D66-B17B5B197055}" type="presOf" srcId="{FE17A8F3-4967-4BAD-9F63-AD42A4B5CF88}" destId="{077BDC35-77C9-4F26-A379-613C17C2188B}" srcOrd="0" destOrd="0" presId="urn:microsoft.com/office/officeart/2018/2/layout/IconLabelDescriptionList"/>
    <dgm:cxn modelId="{A00C2F67-F72A-46C5-85EB-4B188F4363A0}" type="presOf" srcId="{C249B595-B8FF-415F-9FAE-C907043B43C0}" destId="{BCD53586-C38D-4B26-ABE1-D4CEFB8B8965}" srcOrd="0" destOrd="0" presId="urn:microsoft.com/office/officeart/2018/2/layout/IconLabelDescriptionList"/>
    <dgm:cxn modelId="{A6516168-0626-4013-8FE2-215AA415A85F}" type="presOf" srcId="{9DE1F65E-364E-4200-B02D-95560948BB98}" destId="{764B7013-9790-4E19-8730-A94E7B16A456}" srcOrd="0" destOrd="0" presId="urn:microsoft.com/office/officeart/2018/2/layout/IconLabelDescriptionList"/>
    <dgm:cxn modelId="{1297937A-DD67-4673-BD92-D9966C99D99B}" srcId="{F240E243-B04C-4EE0-8407-AD900A31C9BC}" destId="{CC27B7E0-7278-42D3-A402-BAA0BE069B99}" srcOrd="0" destOrd="0" parTransId="{1C4D9411-DB97-4A59-8701-DF00430B7316}" sibTransId="{AAC8AD5C-2C44-4A89-B888-7A5837EA1D4A}"/>
    <dgm:cxn modelId="{E9113A7C-F998-4A29-A3C6-A4DF766171C5}" type="presOf" srcId="{14ED279C-0D32-4F3C-9398-F884F80924D7}" destId="{C5E2D137-4C0E-4AE5-ACEE-ED1D9BC7155F}" srcOrd="0" destOrd="2" presId="urn:microsoft.com/office/officeart/2018/2/layout/IconLabelDescriptionList"/>
    <dgm:cxn modelId="{EF38A580-5120-4446-863E-E334B37B5C2D}" srcId="{E4FA596D-6EC4-4600-8404-EAB21F2AC366}" destId="{C249B595-B8FF-415F-9FAE-C907043B43C0}" srcOrd="2" destOrd="0" parTransId="{16D9C95D-81CA-4601-AA9B-922CAA45851E}" sibTransId="{77ECAC6E-157E-4192-AF6B-B20ADF993056}"/>
    <dgm:cxn modelId="{2FF82D9B-7535-4DA7-86AE-52184AFE041C}" srcId="{E4FA596D-6EC4-4600-8404-EAB21F2AC366}" destId="{99530418-639C-4305-BFAD-84AF47C0FCC0}" srcOrd="0" destOrd="0" parTransId="{757FDC50-7AC7-4A35-8BE2-97DEB47D8833}" sibTransId="{51B5DCD2-034B-45DA-9E0F-F7320272C923}"/>
    <dgm:cxn modelId="{A263C4A1-F5EE-4E2D-968A-A21448A79CFF}" srcId="{E4FA596D-6EC4-4600-8404-EAB21F2AC366}" destId="{9DE1F65E-364E-4200-B02D-95560948BB98}" srcOrd="3" destOrd="0" parTransId="{AA5FB587-0EB0-4786-B1BF-BD7D06FB0109}" sibTransId="{1FF4DD36-59F5-4CAE-A531-E130F75A0603}"/>
    <dgm:cxn modelId="{E86A02A3-7C4B-414C-9053-485A572147B7}" type="presOf" srcId="{99530418-639C-4305-BFAD-84AF47C0FCC0}" destId="{3022841B-F715-411E-A4D3-6FEF0852C24A}" srcOrd="0" destOrd="0" presId="urn:microsoft.com/office/officeart/2018/2/layout/IconLabelDescriptionList"/>
    <dgm:cxn modelId="{FD0D9AA6-92A2-4AB5-A529-3865BD2EFB37}" srcId="{C78285F0-E78B-4FBF-977E-858E41A53BB8}" destId="{50DE68B5-78FC-4016-BB77-DCEDF59D3AEB}" srcOrd="1" destOrd="0" parTransId="{7E92A5BE-3AFD-4572-9C23-8C2132CD6FE9}" sibTransId="{DB68654B-64D8-42D3-8545-1B8AA982258B}"/>
    <dgm:cxn modelId="{170413A7-D17F-4B4E-9190-7447291EA3C7}" srcId="{C78285F0-E78B-4FBF-977E-858E41A53BB8}" destId="{FE17A8F3-4967-4BAD-9F63-AD42A4B5CF88}" srcOrd="0" destOrd="0" parTransId="{976E132C-A886-4A63-8177-25E15D1DF9CE}" sibTransId="{7A537839-C694-4872-8D0F-7FB2FA9687B3}"/>
    <dgm:cxn modelId="{D55367A7-E6FC-41DD-9376-5209CFA2B7D3}" type="presOf" srcId="{3964E02A-271B-418A-A651-8682C7B5AC55}" destId="{C5E2D137-4C0E-4AE5-ACEE-ED1D9BC7155F}" srcOrd="0" destOrd="0" presId="urn:microsoft.com/office/officeart/2018/2/layout/IconLabelDescriptionList"/>
    <dgm:cxn modelId="{024227AF-2D64-466E-B732-7D0D15644F55}" type="presOf" srcId="{EBD1287B-DE34-45EC-8CF2-0624D06E058B}" destId="{077BDC35-77C9-4F26-A379-613C17C2188B}" srcOrd="0" destOrd="2" presId="urn:microsoft.com/office/officeart/2018/2/layout/IconLabelDescriptionList"/>
    <dgm:cxn modelId="{FB9335B3-44D8-4BB8-83E0-BE626E6F6173}" type="presOf" srcId="{CC27B7E0-7278-42D3-A402-BAA0BE069B99}" destId="{902EAD10-CDB9-43C9-A5E4-6290684965A4}" srcOrd="0" destOrd="0" presId="urn:microsoft.com/office/officeart/2018/2/layout/IconLabelDescriptionList"/>
    <dgm:cxn modelId="{6998AFBC-2223-4A92-9248-DCCEF855C36C}" type="presOf" srcId="{F240E243-B04C-4EE0-8407-AD900A31C9BC}" destId="{0D6C24ED-0627-4177-AEA0-1D919CC9A4A3}" srcOrd="0" destOrd="0" presId="urn:microsoft.com/office/officeart/2018/2/layout/IconLabelDescriptionList"/>
    <dgm:cxn modelId="{CD110AD7-9C76-4997-9AA9-4289883F016A}" type="presOf" srcId="{AC8EEBCB-34DF-4879-BD05-A6DBDB508023}" destId="{E415DDA8-3AEC-48A9-923D-0FB6B6721B7E}" srcOrd="0" destOrd="0" presId="urn:microsoft.com/office/officeart/2018/2/layout/IconLabelDescriptionList"/>
    <dgm:cxn modelId="{2C6638EC-7177-4D97-B227-308FD5E25592}" srcId="{E4FA596D-6EC4-4600-8404-EAB21F2AC366}" destId="{C78285F0-E78B-4FBF-977E-858E41A53BB8}" srcOrd="1" destOrd="0" parTransId="{07FDCD3C-80E4-46EC-B9E5-39586C271371}" sibTransId="{309B6A6E-632B-4DF8-AB88-7C67AE88B45F}"/>
    <dgm:cxn modelId="{F0F030F6-404F-487C-B8FB-B040687620B1}" srcId="{9DE1F65E-364E-4200-B02D-95560948BB98}" destId="{CDE66548-BFC6-4084-B472-94FF3125E24B}" srcOrd="1" destOrd="0" parTransId="{27356575-2EBB-4DE8-B7CF-0128744997DC}" sibTransId="{F98E3E85-585D-4752-928B-868F1C8B7DC8}"/>
    <dgm:cxn modelId="{23E448F7-D6BE-43C1-B144-E0AA15970451}" srcId="{E4FA596D-6EC4-4600-8404-EAB21F2AC366}" destId="{F240E243-B04C-4EE0-8407-AD900A31C9BC}" srcOrd="5" destOrd="0" parTransId="{AEC6A691-4F85-4490-B764-6F066FA67AC9}" sibTransId="{34A6A800-60EC-40D5-9CD6-E8158683E86D}"/>
    <dgm:cxn modelId="{2E2CBB69-1A5A-4714-9759-2B058DA7CE05}" type="presParOf" srcId="{4C62A8C7-988E-4163-A981-5E743033AE3E}" destId="{326B7AE9-A747-4A02-95CB-8347E3833E33}" srcOrd="0" destOrd="0" presId="urn:microsoft.com/office/officeart/2018/2/layout/IconLabelDescriptionList"/>
    <dgm:cxn modelId="{5450B1E7-BD3F-446A-9B71-90FF5BF9E490}" type="presParOf" srcId="{326B7AE9-A747-4A02-95CB-8347E3833E33}" destId="{F7BA8787-7E8C-4366-B858-0DD606587AB2}" srcOrd="0" destOrd="0" presId="urn:microsoft.com/office/officeart/2018/2/layout/IconLabelDescriptionList"/>
    <dgm:cxn modelId="{F36B54BC-8C21-49DE-9BCE-9089DA3C2FB3}" type="presParOf" srcId="{326B7AE9-A747-4A02-95CB-8347E3833E33}" destId="{E858350B-F063-45FC-BD02-EE60DD1EED63}" srcOrd="1" destOrd="0" presId="urn:microsoft.com/office/officeart/2018/2/layout/IconLabelDescriptionList"/>
    <dgm:cxn modelId="{4D13D2C5-3EB1-433D-B52F-FD3DBBC264FE}" type="presParOf" srcId="{326B7AE9-A747-4A02-95CB-8347E3833E33}" destId="{3022841B-F715-411E-A4D3-6FEF0852C24A}" srcOrd="2" destOrd="0" presId="urn:microsoft.com/office/officeart/2018/2/layout/IconLabelDescriptionList"/>
    <dgm:cxn modelId="{6DC6F477-8942-4223-B838-98466B407FAE}" type="presParOf" srcId="{326B7AE9-A747-4A02-95CB-8347E3833E33}" destId="{7EEDA743-7EB1-4B1F-9EC2-793C7C42E84A}" srcOrd="3" destOrd="0" presId="urn:microsoft.com/office/officeart/2018/2/layout/IconLabelDescriptionList"/>
    <dgm:cxn modelId="{406E29AF-8F1A-4C4D-B52E-361422308FD7}" type="presParOf" srcId="{326B7AE9-A747-4A02-95CB-8347E3833E33}" destId="{5C855DEF-4E46-460F-BC1D-66EC1299F14A}" srcOrd="4" destOrd="0" presId="urn:microsoft.com/office/officeart/2018/2/layout/IconLabelDescriptionList"/>
    <dgm:cxn modelId="{A2D89E66-AF3D-4C0B-B554-8346D70F6658}" type="presParOf" srcId="{4C62A8C7-988E-4163-A981-5E743033AE3E}" destId="{3138C9C9-78E7-457D-A5AE-7436C2605A9E}" srcOrd="1" destOrd="0" presId="urn:microsoft.com/office/officeart/2018/2/layout/IconLabelDescriptionList"/>
    <dgm:cxn modelId="{61D2208A-8512-4F35-8417-DEB8A23849E3}" type="presParOf" srcId="{4C62A8C7-988E-4163-A981-5E743033AE3E}" destId="{C9698533-DC67-41A9-8434-E7EE8D1051BA}" srcOrd="2" destOrd="0" presId="urn:microsoft.com/office/officeart/2018/2/layout/IconLabelDescriptionList"/>
    <dgm:cxn modelId="{CBB17086-A242-49B4-94F7-5DD53CF137FF}" type="presParOf" srcId="{C9698533-DC67-41A9-8434-E7EE8D1051BA}" destId="{2CBB5ACD-0741-4D20-9AA7-641DB5F6115B}" srcOrd="0" destOrd="0" presId="urn:microsoft.com/office/officeart/2018/2/layout/IconLabelDescriptionList"/>
    <dgm:cxn modelId="{63371E74-DDCC-4FB4-B84A-A5B45ECF7468}" type="presParOf" srcId="{C9698533-DC67-41A9-8434-E7EE8D1051BA}" destId="{27737D14-2921-44E5-9CF1-EFA0C2C34E63}" srcOrd="1" destOrd="0" presId="urn:microsoft.com/office/officeart/2018/2/layout/IconLabelDescriptionList"/>
    <dgm:cxn modelId="{FEB55C95-8847-446B-AD8B-53550D2FF338}" type="presParOf" srcId="{C9698533-DC67-41A9-8434-E7EE8D1051BA}" destId="{F7A7547A-6D9B-4899-B2DA-E4ECC325C9A3}" srcOrd="2" destOrd="0" presId="urn:microsoft.com/office/officeart/2018/2/layout/IconLabelDescriptionList"/>
    <dgm:cxn modelId="{151AF840-2C44-4D48-878D-74487E1F6B56}" type="presParOf" srcId="{C9698533-DC67-41A9-8434-E7EE8D1051BA}" destId="{7E6918C0-90FE-478E-89EC-1BA420511539}" srcOrd="3" destOrd="0" presId="urn:microsoft.com/office/officeart/2018/2/layout/IconLabelDescriptionList"/>
    <dgm:cxn modelId="{63712D04-AEC5-4A32-86D5-66EC7F1625FC}" type="presParOf" srcId="{C9698533-DC67-41A9-8434-E7EE8D1051BA}" destId="{077BDC35-77C9-4F26-A379-613C17C2188B}" srcOrd="4" destOrd="0" presId="urn:microsoft.com/office/officeart/2018/2/layout/IconLabelDescriptionList"/>
    <dgm:cxn modelId="{84C89C68-5300-4BCE-9FA4-46B70F216C1A}" type="presParOf" srcId="{4C62A8C7-988E-4163-A981-5E743033AE3E}" destId="{C657852B-69F4-4EAC-84C5-B5B58F7C1BF6}" srcOrd="3" destOrd="0" presId="urn:microsoft.com/office/officeart/2018/2/layout/IconLabelDescriptionList"/>
    <dgm:cxn modelId="{7FFF1B78-3F95-42F8-980F-E52A2DB534D8}" type="presParOf" srcId="{4C62A8C7-988E-4163-A981-5E743033AE3E}" destId="{B0C98C89-62C2-4256-A817-7E076951E14F}" srcOrd="4" destOrd="0" presId="urn:microsoft.com/office/officeart/2018/2/layout/IconLabelDescriptionList"/>
    <dgm:cxn modelId="{4C7E8B03-AB21-46EC-AC86-635949FC3923}" type="presParOf" srcId="{B0C98C89-62C2-4256-A817-7E076951E14F}" destId="{C56C2748-E3C0-415D-9786-9345D3076571}" srcOrd="0" destOrd="0" presId="urn:microsoft.com/office/officeart/2018/2/layout/IconLabelDescriptionList"/>
    <dgm:cxn modelId="{C721CE91-B4BD-41EF-A624-866E1EB3CB79}" type="presParOf" srcId="{B0C98C89-62C2-4256-A817-7E076951E14F}" destId="{003C8A0D-30DA-4AD8-926D-84673965AE27}" srcOrd="1" destOrd="0" presId="urn:microsoft.com/office/officeart/2018/2/layout/IconLabelDescriptionList"/>
    <dgm:cxn modelId="{B04586FD-DE7F-41E7-B8B1-5CFA80C40AE2}" type="presParOf" srcId="{B0C98C89-62C2-4256-A817-7E076951E14F}" destId="{BCD53586-C38D-4B26-ABE1-D4CEFB8B8965}" srcOrd="2" destOrd="0" presId="urn:microsoft.com/office/officeart/2018/2/layout/IconLabelDescriptionList"/>
    <dgm:cxn modelId="{E8D4CBEA-71BD-47E6-B74A-310C5279BB66}" type="presParOf" srcId="{B0C98C89-62C2-4256-A817-7E076951E14F}" destId="{8F491093-E7B1-4EDC-B4A2-6B9317C42BD0}" srcOrd="3" destOrd="0" presId="urn:microsoft.com/office/officeart/2018/2/layout/IconLabelDescriptionList"/>
    <dgm:cxn modelId="{3DC8D231-2842-464F-841E-D0B6FE334578}" type="presParOf" srcId="{B0C98C89-62C2-4256-A817-7E076951E14F}" destId="{043B3B31-64F0-465B-A30C-59F98D81454A}" srcOrd="4" destOrd="0" presId="urn:microsoft.com/office/officeart/2018/2/layout/IconLabelDescriptionList"/>
    <dgm:cxn modelId="{A0723276-8098-4851-BE0F-2479FE0286DC}" type="presParOf" srcId="{4C62A8C7-988E-4163-A981-5E743033AE3E}" destId="{55093CCD-4B0E-4A94-87A5-2D8BF5064837}" srcOrd="5" destOrd="0" presId="urn:microsoft.com/office/officeart/2018/2/layout/IconLabelDescriptionList"/>
    <dgm:cxn modelId="{7CDFE80A-1AB6-4749-88FF-A53C25D0BFEE}" type="presParOf" srcId="{4C62A8C7-988E-4163-A981-5E743033AE3E}" destId="{55CBCFDE-CEAC-4B03-9A78-E40DF79E9D69}" srcOrd="6" destOrd="0" presId="urn:microsoft.com/office/officeart/2018/2/layout/IconLabelDescriptionList"/>
    <dgm:cxn modelId="{B2A196A8-B886-45A8-8CCD-D2F560671745}" type="presParOf" srcId="{55CBCFDE-CEAC-4B03-9A78-E40DF79E9D69}" destId="{041E784D-1C1B-494B-BA00-4F262760DF0F}" srcOrd="0" destOrd="0" presId="urn:microsoft.com/office/officeart/2018/2/layout/IconLabelDescriptionList"/>
    <dgm:cxn modelId="{FAB3F427-700B-4A41-9B22-F890BBE5898F}" type="presParOf" srcId="{55CBCFDE-CEAC-4B03-9A78-E40DF79E9D69}" destId="{EBCCCD61-6D0A-4F3D-9124-5CF0D7D4D7FE}" srcOrd="1" destOrd="0" presId="urn:microsoft.com/office/officeart/2018/2/layout/IconLabelDescriptionList"/>
    <dgm:cxn modelId="{F2768B47-3954-4AE2-84B8-8745400F05A0}" type="presParOf" srcId="{55CBCFDE-CEAC-4B03-9A78-E40DF79E9D69}" destId="{764B7013-9790-4E19-8730-A94E7B16A456}" srcOrd="2" destOrd="0" presId="urn:microsoft.com/office/officeart/2018/2/layout/IconLabelDescriptionList"/>
    <dgm:cxn modelId="{770548B6-0D98-4AAE-8941-9D1D43E87394}" type="presParOf" srcId="{55CBCFDE-CEAC-4B03-9A78-E40DF79E9D69}" destId="{88856ADE-6E21-4BBD-97AC-E57DF69CDA41}" srcOrd="3" destOrd="0" presId="urn:microsoft.com/office/officeart/2018/2/layout/IconLabelDescriptionList"/>
    <dgm:cxn modelId="{BEF8D817-54FD-4E99-A582-DB44AC450799}" type="presParOf" srcId="{55CBCFDE-CEAC-4B03-9A78-E40DF79E9D69}" destId="{C5E2D137-4C0E-4AE5-ACEE-ED1D9BC7155F}" srcOrd="4" destOrd="0" presId="urn:microsoft.com/office/officeart/2018/2/layout/IconLabelDescriptionList"/>
    <dgm:cxn modelId="{B0DD133E-0CFA-4ABE-9FC8-ECF726EC2A41}" type="presParOf" srcId="{4C62A8C7-988E-4163-A981-5E743033AE3E}" destId="{33BF0994-18CE-4000-81DD-00DCA417EE73}" srcOrd="7" destOrd="0" presId="urn:microsoft.com/office/officeart/2018/2/layout/IconLabelDescriptionList"/>
    <dgm:cxn modelId="{DB524726-1104-4813-9C2B-281C29463E48}" type="presParOf" srcId="{4C62A8C7-988E-4163-A981-5E743033AE3E}" destId="{2E18DBF0-B19D-4EA9-A916-5C253B3A9006}" srcOrd="8" destOrd="0" presId="urn:microsoft.com/office/officeart/2018/2/layout/IconLabelDescriptionList"/>
    <dgm:cxn modelId="{EE5EA48F-FC3F-4123-B8FF-F4ED6E389869}" type="presParOf" srcId="{2E18DBF0-B19D-4EA9-A916-5C253B3A9006}" destId="{62DE47D4-E635-4C4C-BB26-3B127E1619AD}" srcOrd="0" destOrd="0" presId="urn:microsoft.com/office/officeart/2018/2/layout/IconLabelDescriptionList"/>
    <dgm:cxn modelId="{07B4F59E-F457-438F-A766-46808D4B44E2}" type="presParOf" srcId="{2E18DBF0-B19D-4EA9-A916-5C253B3A9006}" destId="{FFDF33E3-E960-4BA8-8AB7-FF4042BF660B}" srcOrd="1" destOrd="0" presId="urn:microsoft.com/office/officeart/2018/2/layout/IconLabelDescriptionList"/>
    <dgm:cxn modelId="{0A8E1C48-6C4D-4747-B498-65FCC7B0847A}" type="presParOf" srcId="{2E18DBF0-B19D-4EA9-A916-5C253B3A9006}" destId="{E415DDA8-3AEC-48A9-923D-0FB6B6721B7E}" srcOrd="2" destOrd="0" presId="urn:microsoft.com/office/officeart/2018/2/layout/IconLabelDescriptionList"/>
    <dgm:cxn modelId="{FC727CF2-1046-4F2A-B0E3-DC05A98217A4}" type="presParOf" srcId="{2E18DBF0-B19D-4EA9-A916-5C253B3A9006}" destId="{E9D3D4EF-8DA5-42C8-B16D-233284B67070}" srcOrd="3" destOrd="0" presId="urn:microsoft.com/office/officeart/2018/2/layout/IconLabelDescriptionList"/>
    <dgm:cxn modelId="{77A438AC-EF69-4921-90D4-A2EE11B318B0}" type="presParOf" srcId="{2E18DBF0-B19D-4EA9-A916-5C253B3A9006}" destId="{FB59CF99-F03C-4464-9431-09137A3B3BE0}" srcOrd="4" destOrd="0" presId="urn:microsoft.com/office/officeart/2018/2/layout/IconLabelDescriptionList"/>
    <dgm:cxn modelId="{82A84F8A-30BF-4AFC-9225-316D1FCBC178}" type="presParOf" srcId="{4C62A8C7-988E-4163-A981-5E743033AE3E}" destId="{4B66DD6D-8BB8-4192-B3C6-3FE3722DCFA1}" srcOrd="9" destOrd="0" presId="urn:microsoft.com/office/officeart/2018/2/layout/IconLabelDescriptionList"/>
    <dgm:cxn modelId="{20F958CC-ECF0-4884-980C-092357CEB227}" type="presParOf" srcId="{4C62A8C7-988E-4163-A981-5E743033AE3E}" destId="{4BEE9085-DB32-486A-A412-1283AC27ADED}" srcOrd="10" destOrd="0" presId="urn:microsoft.com/office/officeart/2018/2/layout/IconLabelDescriptionList"/>
    <dgm:cxn modelId="{28666038-C11E-4929-A02D-F5AF49EAD461}" type="presParOf" srcId="{4BEE9085-DB32-486A-A412-1283AC27ADED}" destId="{CA0F740A-A7FB-4C5B-8BDE-9BDB3A341B59}" srcOrd="0" destOrd="0" presId="urn:microsoft.com/office/officeart/2018/2/layout/IconLabelDescriptionList"/>
    <dgm:cxn modelId="{A85C1F15-8D96-4795-BECC-52FC4B4528EC}" type="presParOf" srcId="{4BEE9085-DB32-486A-A412-1283AC27ADED}" destId="{C7978491-0A55-4B04-A5B8-D7CD43D91E5F}" srcOrd="1" destOrd="0" presId="urn:microsoft.com/office/officeart/2018/2/layout/IconLabelDescriptionList"/>
    <dgm:cxn modelId="{959FD43C-AE52-4905-ADFF-86147F9C635F}" type="presParOf" srcId="{4BEE9085-DB32-486A-A412-1283AC27ADED}" destId="{0D6C24ED-0627-4177-AEA0-1D919CC9A4A3}" srcOrd="2" destOrd="0" presId="urn:microsoft.com/office/officeart/2018/2/layout/IconLabelDescriptionList"/>
    <dgm:cxn modelId="{F325AE9F-5743-4262-86C1-B73DC3DD2E0B}" type="presParOf" srcId="{4BEE9085-DB32-486A-A412-1283AC27ADED}" destId="{605EBBFC-2BC2-4490-A640-B78AE58AA2BE}" srcOrd="3" destOrd="0" presId="urn:microsoft.com/office/officeart/2018/2/layout/IconLabelDescriptionList"/>
    <dgm:cxn modelId="{99C2C94E-0621-4F23-9372-8D179A255155}" type="presParOf" srcId="{4BEE9085-DB32-486A-A412-1283AC27ADED}" destId="{902EAD10-CDB9-43C9-A5E4-6290684965A4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7BA8787-7E8C-4366-B858-0DD606587AB2}">
      <dsp:nvSpPr>
        <dsp:cNvPr id="0" name=""/>
        <dsp:cNvSpPr/>
      </dsp:nvSpPr>
      <dsp:spPr>
        <a:xfrm>
          <a:off x="841" y="565022"/>
          <a:ext cx="535253" cy="53525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022841B-F715-411E-A4D3-6FEF0852C24A}">
      <dsp:nvSpPr>
        <dsp:cNvPr id="0" name=""/>
        <dsp:cNvSpPr/>
      </dsp:nvSpPr>
      <dsp:spPr>
        <a:xfrm>
          <a:off x="841" y="1238792"/>
          <a:ext cx="1529296" cy="9795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b="1" kern="1200"/>
            <a:t>Compute</a:t>
          </a:r>
          <a:r>
            <a:rPr lang="en-US" sz="1400" kern="1200"/>
            <a:t>: rack server, blade servers, tower servers. </a:t>
          </a:r>
        </a:p>
      </dsp:txBody>
      <dsp:txXfrm>
        <a:off x="841" y="1238792"/>
        <a:ext cx="1529296" cy="979519"/>
      </dsp:txXfrm>
    </dsp:sp>
    <dsp:sp modelId="{5C855DEF-4E46-460F-BC1D-66EC1299F14A}">
      <dsp:nvSpPr>
        <dsp:cNvPr id="0" name=""/>
        <dsp:cNvSpPr/>
      </dsp:nvSpPr>
      <dsp:spPr>
        <a:xfrm>
          <a:off x="841" y="2282737"/>
          <a:ext cx="1529296" cy="1503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CBB5ACD-0741-4D20-9AA7-641DB5F6115B}">
      <dsp:nvSpPr>
        <dsp:cNvPr id="0" name=""/>
        <dsp:cNvSpPr/>
      </dsp:nvSpPr>
      <dsp:spPr>
        <a:xfrm>
          <a:off x="1797765" y="565022"/>
          <a:ext cx="535253" cy="53525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A7547A-6D9B-4899-B2DA-E4ECC325C9A3}">
      <dsp:nvSpPr>
        <dsp:cNvPr id="0" name=""/>
        <dsp:cNvSpPr/>
      </dsp:nvSpPr>
      <dsp:spPr>
        <a:xfrm>
          <a:off x="1797765" y="1238792"/>
          <a:ext cx="1529296" cy="9795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b="1" kern="1200"/>
            <a:t>Storage systems: </a:t>
          </a:r>
          <a:endParaRPr lang="en-US" sz="1400" kern="1200"/>
        </a:p>
      </dsp:txBody>
      <dsp:txXfrm>
        <a:off x="1797765" y="1238792"/>
        <a:ext cx="1529296" cy="979519"/>
      </dsp:txXfrm>
    </dsp:sp>
    <dsp:sp modelId="{077BDC35-77C9-4F26-A379-613C17C2188B}">
      <dsp:nvSpPr>
        <dsp:cNvPr id="0" name=""/>
        <dsp:cNvSpPr/>
      </dsp:nvSpPr>
      <dsp:spPr>
        <a:xfrm>
          <a:off x="1797765" y="2282737"/>
          <a:ext cx="1529296" cy="1503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SANs: Storage Area Networks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NAS: Network Attached Storage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DAS: Direct Attached Storage</a:t>
          </a:r>
        </a:p>
      </dsp:txBody>
      <dsp:txXfrm>
        <a:off x="1797765" y="2282737"/>
        <a:ext cx="1529296" cy="1503578"/>
      </dsp:txXfrm>
    </dsp:sp>
    <dsp:sp modelId="{C56C2748-E3C0-415D-9786-9345D3076571}">
      <dsp:nvSpPr>
        <dsp:cNvPr id="0" name=""/>
        <dsp:cNvSpPr/>
      </dsp:nvSpPr>
      <dsp:spPr>
        <a:xfrm>
          <a:off x="3594689" y="565022"/>
          <a:ext cx="535253" cy="53525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CD53586-C38D-4B26-ABE1-D4CEFB8B8965}">
      <dsp:nvSpPr>
        <dsp:cNvPr id="0" name=""/>
        <dsp:cNvSpPr/>
      </dsp:nvSpPr>
      <dsp:spPr>
        <a:xfrm>
          <a:off x="3594689" y="1238792"/>
          <a:ext cx="1529296" cy="9795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b="1" kern="1200"/>
            <a:t>Networking Equipment: </a:t>
          </a:r>
          <a:r>
            <a:rPr lang="en-US" sz="1400" kern="1200"/>
            <a:t>Switches, routers, firewalls, and load balancers</a:t>
          </a:r>
        </a:p>
      </dsp:txBody>
      <dsp:txXfrm>
        <a:off x="3594689" y="1238792"/>
        <a:ext cx="1529296" cy="979519"/>
      </dsp:txXfrm>
    </dsp:sp>
    <dsp:sp modelId="{043B3B31-64F0-465B-A30C-59F98D81454A}">
      <dsp:nvSpPr>
        <dsp:cNvPr id="0" name=""/>
        <dsp:cNvSpPr/>
      </dsp:nvSpPr>
      <dsp:spPr>
        <a:xfrm>
          <a:off x="3594689" y="2282737"/>
          <a:ext cx="1529296" cy="1503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41E784D-1C1B-494B-BA00-4F262760DF0F}">
      <dsp:nvSpPr>
        <dsp:cNvPr id="0" name=""/>
        <dsp:cNvSpPr/>
      </dsp:nvSpPr>
      <dsp:spPr>
        <a:xfrm>
          <a:off x="5391613" y="565022"/>
          <a:ext cx="535253" cy="53525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64B7013-9790-4E19-8730-A94E7B16A456}">
      <dsp:nvSpPr>
        <dsp:cNvPr id="0" name=""/>
        <dsp:cNvSpPr/>
      </dsp:nvSpPr>
      <dsp:spPr>
        <a:xfrm>
          <a:off x="5391613" y="1238792"/>
          <a:ext cx="1529296" cy="9795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b="1" kern="1200"/>
            <a:t>Power Infrastructure:</a:t>
          </a:r>
          <a:endParaRPr lang="en-US" sz="1400" kern="1200"/>
        </a:p>
      </dsp:txBody>
      <dsp:txXfrm>
        <a:off x="5391613" y="1238792"/>
        <a:ext cx="1529296" cy="979519"/>
      </dsp:txXfrm>
    </dsp:sp>
    <dsp:sp modelId="{C5E2D137-4C0E-4AE5-ACEE-ED1D9BC7155F}">
      <dsp:nvSpPr>
        <dsp:cNvPr id="0" name=""/>
        <dsp:cNvSpPr/>
      </dsp:nvSpPr>
      <dsp:spPr>
        <a:xfrm>
          <a:off x="5391613" y="2282737"/>
          <a:ext cx="1529296" cy="1503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CRAC: Computer Room Air Conditioning Unit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LCS: Liquid cooling systems, and 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hot/cold aisle containment for optimal temperature and humidity levels for hardware</a:t>
          </a:r>
        </a:p>
      </dsp:txBody>
      <dsp:txXfrm>
        <a:off x="5391613" y="2282737"/>
        <a:ext cx="1529296" cy="1503578"/>
      </dsp:txXfrm>
    </dsp:sp>
    <dsp:sp modelId="{62DE47D4-E635-4C4C-BB26-3B127E1619AD}">
      <dsp:nvSpPr>
        <dsp:cNvPr id="0" name=""/>
        <dsp:cNvSpPr/>
      </dsp:nvSpPr>
      <dsp:spPr>
        <a:xfrm>
          <a:off x="7188537" y="565022"/>
          <a:ext cx="535253" cy="535253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415DDA8-3AEC-48A9-923D-0FB6B6721B7E}">
      <dsp:nvSpPr>
        <dsp:cNvPr id="0" name=""/>
        <dsp:cNvSpPr/>
      </dsp:nvSpPr>
      <dsp:spPr>
        <a:xfrm>
          <a:off x="7188537" y="1238792"/>
          <a:ext cx="1529296" cy="9795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b="1" kern="1200"/>
            <a:t>Security Systems: </a:t>
          </a:r>
          <a:endParaRPr lang="en-US" sz="1400" kern="1200"/>
        </a:p>
      </dsp:txBody>
      <dsp:txXfrm>
        <a:off x="7188537" y="1238792"/>
        <a:ext cx="1529296" cy="979519"/>
      </dsp:txXfrm>
    </dsp:sp>
    <dsp:sp modelId="{FB59CF99-F03C-4464-9431-09137A3B3BE0}">
      <dsp:nvSpPr>
        <dsp:cNvPr id="0" name=""/>
        <dsp:cNvSpPr/>
      </dsp:nvSpPr>
      <dsp:spPr>
        <a:xfrm>
          <a:off x="7188537" y="2282737"/>
          <a:ext cx="1529296" cy="1503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A0F740A-A7FB-4C5B-8BDE-9BDB3A341B59}">
      <dsp:nvSpPr>
        <dsp:cNvPr id="0" name=""/>
        <dsp:cNvSpPr/>
      </dsp:nvSpPr>
      <dsp:spPr>
        <a:xfrm>
          <a:off x="8985461" y="565022"/>
          <a:ext cx="535253" cy="535253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6C24ED-0627-4177-AEA0-1D919CC9A4A3}">
      <dsp:nvSpPr>
        <dsp:cNvPr id="0" name=""/>
        <dsp:cNvSpPr/>
      </dsp:nvSpPr>
      <dsp:spPr>
        <a:xfrm>
          <a:off x="8985461" y="1238792"/>
          <a:ext cx="1529296" cy="9795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b="1" kern="1200"/>
            <a:t>Management Software: </a:t>
          </a:r>
          <a:endParaRPr lang="en-US" sz="1400" kern="1200"/>
        </a:p>
      </dsp:txBody>
      <dsp:txXfrm>
        <a:off x="8985461" y="1238792"/>
        <a:ext cx="1529296" cy="979519"/>
      </dsp:txXfrm>
    </dsp:sp>
    <dsp:sp modelId="{902EAD10-CDB9-43C9-A5E4-6290684965A4}">
      <dsp:nvSpPr>
        <dsp:cNvPr id="0" name=""/>
        <dsp:cNvSpPr/>
      </dsp:nvSpPr>
      <dsp:spPr>
        <a:xfrm>
          <a:off x="8985461" y="2282737"/>
          <a:ext cx="1529296" cy="1503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DCIM: </a:t>
          </a:r>
          <a:r>
            <a:rPr lang="en-US" sz="1100" kern="1200"/>
            <a:t>Data Center Infrastructure Management software</a:t>
          </a:r>
        </a:p>
      </dsp:txBody>
      <dsp:txXfrm>
        <a:off x="8985461" y="2282737"/>
        <a:ext cx="1529296" cy="150357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A20606-DDBC-07EA-BA75-C71529189A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5040E0-238E-D716-1F6C-F0E5D99E0D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C2B3FB-B727-283F-C6BF-3A60C3A29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777ED-69D2-4055-8EAC-18A52D934910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65FFF6-6845-5BF1-883B-67125B883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9FACC5-8E2C-7065-F95A-C2FE51E69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1202B-3222-44B1-AE8D-CB0F7DC9F5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30205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FE7EFF-02BF-A7E9-B21D-8D32BE84FF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65A27C-491D-86D9-EF9B-1FD034E01F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DD1D95-AAD0-019A-A4A5-DD96BAD572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777ED-69D2-4055-8EAC-18A52D934910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620642-09B3-B9B9-64BF-2679438EF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C0E234-B59A-E230-5ACC-772D32D27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1202B-3222-44B1-AE8D-CB0F7DC9F5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32947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7E24C2-966A-5FC2-3762-4E224C8436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13F0C3-BF18-9FC8-3DF3-437386FD56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99881E-995D-9BC2-A9A6-3FD66A4042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777ED-69D2-4055-8EAC-18A52D934910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A92FE5-96E2-2E4E-D4B1-782D9A58F1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2B9A3B-888A-7637-8E36-52855096A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1202B-3222-44B1-AE8D-CB0F7DC9F5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57278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5524FF-46F9-D8D4-F758-461FB3389F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3C636C-D6A9-49E7-0586-92643CA1F1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EC6050-4521-DB37-DF0C-F577D3F778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FEB24E-9060-BE18-2F9C-2D2D6EBF31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777ED-69D2-4055-8EAC-18A52D934910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388FEB-9B8D-0F83-010C-926EB73ECA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ED34C3-537A-0A34-0807-3AA51C1B3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1202B-3222-44B1-AE8D-CB0F7DC9F5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24363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3EEC2C-5BC4-4DF9-770F-A788624EDA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51905E-7ABF-20B2-31B6-54D55941B0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856E50-6820-F8A4-6A28-D89F0D83C2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D8EDC8A-751D-510E-4402-3204F393EB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DFC1A7F-F093-0E4C-2934-2E48083371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86E4921-5F6A-348E-F213-5D2D8789DB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777ED-69D2-4055-8EAC-18A52D934910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5DF2180-7F43-5DC9-9850-D5DA6FDD51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A61B97-F74F-1E3A-F9CD-3CDCF51C29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1202B-3222-44B1-AE8D-CB0F7DC9F5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98704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FFB71-6654-1907-60E1-58EF7AF4B9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DE01D6-3D8E-2945-3A8A-604718AC0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777ED-69D2-4055-8EAC-18A52D934910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A71B55-2836-9429-D91F-6156552530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806B6F-EF7E-B873-FFBC-344178648D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1202B-3222-44B1-AE8D-CB0F7DC9F5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6213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0DAAC32-5AE4-323B-47FB-113AA38393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777ED-69D2-4055-8EAC-18A52D934910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782C50A-9992-2B2C-F1E9-6B78D6C0C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E15292-5ECD-D74D-0D25-B3226A6DE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1202B-3222-44B1-AE8D-CB0F7DC9F5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50981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A333AD-91EF-8C5E-E382-1EEAB7E2AE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E647F1-DA01-B9E0-3250-811092C0F8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B947F3-06A3-067D-FF7E-05FDCA5316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9C3A91-7D03-E954-6155-4E4FE79412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777ED-69D2-4055-8EAC-18A52D934910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09B4A4-7446-D11E-6694-F00F193CBC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058CCE-7CB5-8249-A7AE-2CB0E497A7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1202B-3222-44B1-AE8D-CB0F7DC9F5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85507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CF1CCB-FE15-5C3F-6B28-FE27775861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8F97582-5856-76B0-72FA-4710353317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73F5CB-9B49-9AF3-D66C-8E8F10E0CD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05C43C-B43A-5EDC-8111-DD8964C0C2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777ED-69D2-4055-8EAC-18A52D934910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213833-D93A-42FC-4D80-9C41C0123F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4E5E6C-B135-DEA5-5443-A40B2D1CB3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1202B-3222-44B1-AE8D-CB0F7DC9F5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13313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D1D720-BCC1-5B41-47C0-1F244AE65A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B97C2C-594B-2402-26D6-B315C930AD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E83112-5C8A-D060-33C6-55AD72C2CC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777ED-69D2-4055-8EAC-18A52D934910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0F163C-B633-E977-4591-EE50D60006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EEAC56-1A1C-8E03-1EFB-2140B5F2B8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1202B-3222-44B1-AE8D-CB0F7DC9F5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2135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7305180-16CB-6829-FF55-03C200EA83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FE275E-06B3-D27B-BCF3-D1DE55256C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C5E1FC-E636-F347-95A7-6DEB415F93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777ED-69D2-4055-8EAC-18A52D934910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4C930C-4EB7-EB37-0E89-AE4ECCDB0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49215C-2D14-AC07-8C2F-7C4E8043EC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1202B-3222-44B1-AE8D-CB0F7DC9F5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5707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EBA8CD0-694F-7038-A06F-8CAB5AF277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3FDD24-FF23-F055-2B0C-61021B3BA1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9D32F9-3DFB-B835-9350-01D3F9DDE7B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1777ED-69D2-4055-8EAC-18A52D934910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1DBB6F-4E7C-3FF0-D98D-6690B18555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4EA1A9-2221-028E-4BDF-54BBE25CCE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21202B-3222-44B1-AE8D-CB0F7DC9F5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24337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gi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lBeepqQBpvU" TargetMode="External"/><Relationship Id="rId7" Type="http://schemas.openxmlformats.org/officeDocument/2006/relationships/hyperlink" Target="https://www.youtube.com/watch?v=cstnNg1_oRo" TargetMode="External"/><Relationship Id="rId2" Type="http://schemas.openxmlformats.org/officeDocument/2006/relationships/hyperlink" Target="https://www.youtube.com/watch?v=80aK2_iwMOs&amp;t=4s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youtube.com/watch?v=kd33UVZhnAA" TargetMode="External"/><Relationship Id="rId5" Type="http://schemas.openxmlformats.org/officeDocument/2006/relationships/hyperlink" Target="https://www.youtube.com/watch?v=_Q8FyqI4a9M" TargetMode="External"/><Relationship Id="rId4" Type="http://schemas.openxmlformats.org/officeDocument/2006/relationships/hyperlink" Target="https://www.youtube.com/watch?v=XZmGGAbHqa0" TargetMode="Externa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48619EF-1163-89AE-E435-2F046E01EDD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/>
          <a:stretch/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900518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Data Center Architecture</a:t>
            </a:r>
            <a:endParaRPr lang="en-GB">
              <a:solidFill>
                <a:srgbClr val="FFFFFF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159404"/>
            <a:ext cx="9144000" cy="1098395"/>
          </a:xfrm>
        </p:spPr>
        <p:txBody>
          <a:bodyPr>
            <a:normAutofit/>
          </a:bodyPr>
          <a:lstStyle/>
          <a:p>
            <a:r>
              <a:rPr lang="en-US" sz="1700" dirty="0">
                <a:solidFill>
                  <a:srgbClr val="FFFFFF"/>
                </a:solidFill>
              </a:rPr>
              <a:t>CE-408 Cloud Computing</a:t>
            </a:r>
          </a:p>
          <a:p>
            <a:r>
              <a:rPr lang="en-US" sz="1700" dirty="0">
                <a:solidFill>
                  <a:srgbClr val="FFFFFF"/>
                </a:solidFill>
              </a:rPr>
              <a:t>Week 12</a:t>
            </a:r>
          </a:p>
          <a:p>
            <a:r>
              <a:rPr lang="en-US" sz="1700" dirty="0">
                <a:solidFill>
                  <a:srgbClr val="FFFFFF"/>
                </a:solidFill>
              </a:rPr>
              <a:t>Safia Baloch</a:t>
            </a:r>
            <a:endParaRPr lang="en-GB" sz="17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86868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7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878" y="741391"/>
            <a:ext cx="4491821" cy="1616203"/>
          </a:xfrm>
        </p:spPr>
        <p:txBody>
          <a:bodyPr anchor="b">
            <a:normAutofit/>
          </a:bodyPr>
          <a:lstStyle/>
          <a:p>
            <a:r>
              <a:rPr lang="en-US" sz="3200"/>
              <a:t>Data Center </a:t>
            </a:r>
            <a:endParaRPr lang="en-GB" sz="3200"/>
          </a:p>
        </p:txBody>
      </p:sp>
      <p:pic>
        <p:nvPicPr>
          <p:cNvPr id="5" name="Picture 4" descr="Blue blocks and networks technology background">
            <a:extLst>
              <a:ext uri="{FF2B5EF4-FFF2-40B4-BE49-F238E27FC236}">
                <a16:creationId xmlns:a16="http://schemas.microsoft.com/office/drawing/2014/main" id="{207059E2-7E63-4AAC-B2A4-2B54C3B52A2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545" r="40456" b="-446"/>
          <a:stretch/>
        </p:blipFill>
        <p:spPr>
          <a:xfrm>
            <a:off x="20" y="10"/>
            <a:ext cx="6095980" cy="685799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23878" y="2533476"/>
            <a:ext cx="4491820" cy="3447832"/>
          </a:xfrm>
        </p:spPr>
        <p:txBody>
          <a:bodyPr anchor="t">
            <a:normAutofit lnSpcReduction="10000"/>
          </a:bodyPr>
          <a:lstStyle/>
          <a:p>
            <a:r>
              <a:rPr lang="en-US" sz="1600"/>
              <a:t>Data center architecture refers to the design and layout of a computing facility that houses</a:t>
            </a:r>
          </a:p>
          <a:p>
            <a:pPr lvl="1"/>
            <a:r>
              <a:rPr lang="en-US" sz="1600" b="1" i="1"/>
              <a:t>servers, storage systems, and networking equipment</a:t>
            </a:r>
            <a:r>
              <a:rPr lang="en-US" sz="1600"/>
              <a:t> for processing, storing, and distributing large amounts of information.</a:t>
            </a:r>
          </a:p>
          <a:p>
            <a:pPr marL="0" indent="0">
              <a:buNone/>
            </a:pPr>
            <a:r>
              <a:rPr lang="en-US" sz="1600"/>
              <a:t>Requirements:</a:t>
            </a:r>
          </a:p>
          <a:p>
            <a:pPr>
              <a:buFontTx/>
              <a:buChar char="-"/>
            </a:pPr>
            <a:r>
              <a:rPr lang="en-US" sz="1600"/>
              <a:t>Physical space</a:t>
            </a:r>
          </a:p>
          <a:p>
            <a:pPr>
              <a:buFontTx/>
              <a:buChar char="-"/>
            </a:pPr>
            <a:r>
              <a:rPr lang="en-US" sz="1600"/>
              <a:t>Security Measures,</a:t>
            </a:r>
          </a:p>
          <a:p>
            <a:pPr>
              <a:buFontTx/>
              <a:buChar char="-"/>
            </a:pPr>
            <a:r>
              <a:rPr lang="en-US" sz="1600"/>
              <a:t>Power and Cooling systems</a:t>
            </a:r>
          </a:p>
          <a:p>
            <a:pPr>
              <a:buFontTx/>
              <a:buChar char="-"/>
            </a:pPr>
            <a:r>
              <a:rPr lang="en-US" sz="1600"/>
              <a:t>Network connectivity</a:t>
            </a:r>
          </a:p>
          <a:p>
            <a:pPr>
              <a:buFontTx/>
              <a:buChar char="-"/>
            </a:pPr>
            <a:r>
              <a:rPr lang="en-US" sz="1600"/>
              <a:t>Software to ensure optimal performance</a:t>
            </a:r>
          </a:p>
          <a:p>
            <a:pPr marL="0" indent="0">
              <a:buNone/>
            </a:pPr>
            <a:endParaRPr lang="en-GB" sz="1600"/>
          </a:p>
        </p:txBody>
      </p:sp>
    </p:spTree>
    <p:extLst>
      <p:ext uri="{BB962C8B-B14F-4D97-AF65-F5344CB8AC3E}">
        <p14:creationId xmlns:p14="http://schemas.microsoft.com/office/powerpoint/2010/main" val="36771654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59863"/>
            <a:ext cx="10515600" cy="1004594"/>
          </a:xfrm>
        </p:spPr>
        <p:txBody>
          <a:bodyPr>
            <a:normAutofit/>
          </a:bodyPr>
          <a:lstStyle/>
          <a:p>
            <a:pPr algn="ctr"/>
            <a:r>
              <a:rPr lang="en-US">
                <a:solidFill>
                  <a:srgbClr val="FFFFFF"/>
                </a:solidFill>
              </a:rPr>
              <a:t>Component of Data Center Architecture</a:t>
            </a:r>
            <a:endParaRPr lang="en-GB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284510E-66B8-8DF7-B99B-C1099B580F0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00911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804378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2015" y="3930305"/>
            <a:ext cx="3861960" cy="2437244"/>
          </a:xfrm>
        </p:spPr>
        <p:txBody>
          <a:bodyPr anchor="ctr">
            <a:normAutofit/>
          </a:bodyPr>
          <a:lstStyle/>
          <a:p>
            <a:r>
              <a:rPr lang="en-US" sz="3600"/>
              <a:t>Storage Architectures for Data Center </a:t>
            </a:r>
            <a:endParaRPr lang="en-GB" sz="360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50CFACA-90C4-13E4-BC31-F6009EE624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3689" y="384463"/>
            <a:ext cx="2684810" cy="2811320"/>
          </a:xfrm>
          <a:prstGeom prst="rect">
            <a:avLst/>
          </a:prstGeom>
        </p:spPr>
      </p:pic>
      <p:pic>
        <p:nvPicPr>
          <p:cNvPr id="7" name="Picture 6" descr="A diagram of a computer network&#10;&#10;Description automatically generated">
            <a:extLst>
              <a:ext uri="{FF2B5EF4-FFF2-40B4-BE49-F238E27FC236}">
                <a16:creationId xmlns:a16="http://schemas.microsoft.com/office/drawing/2014/main" id="{AADD13F5-25CC-FA10-6055-4BC438CBE1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6396" y="884974"/>
            <a:ext cx="3336953" cy="1810296"/>
          </a:xfrm>
          <a:prstGeom prst="rect">
            <a:avLst/>
          </a:prstGeom>
        </p:spPr>
      </p:pic>
      <p:pic>
        <p:nvPicPr>
          <p:cNvPr id="5" name="Picture 4" descr="A computer and tablet with text&#10;&#10;Description automatically generated with medium confidence">
            <a:extLst>
              <a:ext uri="{FF2B5EF4-FFF2-40B4-BE49-F238E27FC236}">
                <a16:creationId xmlns:a16="http://schemas.microsoft.com/office/drawing/2014/main" id="{651ED2C7-81DD-5D52-7BC5-3FC913F38C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5756" y="1051821"/>
            <a:ext cx="3336953" cy="1476601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62719" y="3930305"/>
            <a:ext cx="6586915" cy="2437244"/>
          </a:xfrm>
        </p:spPr>
        <p:txBody>
          <a:bodyPr anchor="ctr">
            <a:normAutofit/>
          </a:bodyPr>
          <a:lstStyle/>
          <a:p>
            <a:r>
              <a:rPr lang="en-US" sz="1600" dirty="0"/>
              <a:t>Types of physical storage devices</a:t>
            </a:r>
          </a:p>
          <a:p>
            <a:r>
              <a:rPr lang="en-US" sz="1600" dirty="0"/>
              <a:t>Configuration ( DAS, NAS, SANs)</a:t>
            </a:r>
          </a:p>
          <a:p>
            <a:r>
              <a:rPr lang="en-US" sz="1600" dirty="0"/>
              <a:t>DAS: without network connection in between, storage direct connected to physical server. ( SATA, SCSI, RAID controller).</a:t>
            </a:r>
          </a:p>
          <a:p>
            <a:r>
              <a:rPr lang="en-US" sz="1600" dirty="0"/>
              <a:t>NAS: Storage accessed through LANs via TCP/IP, without application server. Common internet file system (CIFS) (NFS)</a:t>
            </a:r>
          </a:p>
          <a:p>
            <a:r>
              <a:rPr lang="en-US" sz="1600" dirty="0"/>
              <a:t>SANs: high speed network to connect storage device with servers with fiber channel protocol.</a:t>
            </a:r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14500854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7034" y="609598"/>
            <a:ext cx="7407658" cy="1330841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tx1">
                    <a:lumMod val="85000"/>
                    <a:lumOff val="15000"/>
                  </a:schemeClr>
                </a:solidFill>
              </a:rPr>
              <a:t>Server Architecture for Data Centers</a:t>
            </a:r>
            <a:endParaRPr lang="en-GB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37035" y="2194102"/>
            <a:ext cx="7215395" cy="3733549"/>
          </a:xfrm>
        </p:spPr>
        <p:txBody>
          <a:bodyPr>
            <a:normAutofit/>
          </a:bodyPr>
          <a:lstStyle/>
          <a:p>
            <a:r>
              <a:rPr lang="en-US" sz="1600">
                <a:solidFill>
                  <a:schemeClr val="tx1">
                    <a:lumMod val="85000"/>
                    <a:lumOff val="15000"/>
                  </a:schemeClr>
                </a:solidFill>
              </a:rPr>
              <a:t>Physical structure: </a:t>
            </a:r>
          </a:p>
          <a:p>
            <a:pPr lvl="1"/>
            <a:r>
              <a:rPr lang="en-US" sz="1600">
                <a:solidFill>
                  <a:schemeClr val="tx1">
                    <a:lumMod val="85000"/>
                    <a:lumOff val="15000"/>
                  </a:schemeClr>
                </a:solidFill>
              </a:rPr>
              <a:t>Rack: An encased server used to stack and install several servers in a large closet.</a:t>
            </a:r>
          </a:p>
          <a:p>
            <a:pPr lvl="1"/>
            <a:r>
              <a:rPr lang="en-US" sz="1600">
                <a:solidFill>
                  <a:schemeClr val="tx1">
                    <a:lumMod val="85000"/>
                    <a:lumOff val="15000"/>
                  </a:schemeClr>
                </a:solidFill>
              </a:rPr>
              <a:t>Blade: An encased server used to insert small servers into a blade bay where several can be stacked horizontally in a rack.</a:t>
            </a:r>
          </a:p>
          <a:p>
            <a:pPr lvl="1"/>
            <a:r>
              <a:rPr lang="en-US" sz="1600">
                <a:solidFill>
                  <a:schemeClr val="tx1">
                    <a:lumMod val="85000"/>
                    <a:lumOff val="15000"/>
                  </a:schemeClr>
                </a:solidFill>
              </a:rPr>
              <a:t>Tower: A stand-alone computer that looks like a standard desktop but has additional server resources installed in the machine.</a:t>
            </a:r>
          </a:p>
          <a:p>
            <a:r>
              <a:rPr lang="en-US" sz="1600">
                <a:solidFill>
                  <a:schemeClr val="tx1">
                    <a:lumMod val="85000"/>
                    <a:lumOff val="15000"/>
                  </a:schemeClr>
                </a:solidFill>
              </a:rPr>
              <a:t>Resource structure:</a:t>
            </a:r>
          </a:p>
          <a:p>
            <a:pPr lvl="1"/>
            <a:r>
              <a:rPr lang="en-US" sz="1600">
                <a:solidFill>
                  <a:schemeClr val="tx1">
                    <a:lumMod val="85000"/>
                    <a:lumOff val="15000"/>
                  </a:schemeClr>
                </a:solidFill>
              </a:rPr>
              <a:t>CPU	</a:t>
            </a:r>
          </a:p>
          <a:p>
            <a:pPr lvl="1"/>
            <a:r>
              <a:rPr lang="en-US" sz="1600">
                <a:solidFill>
                  <a:schemeClr val="tx1">
                    <a:lumMod val="85000"/>
                    <a:lumOff val="15000"/>
                  </a:schemeClr>
                </a:solidFill>
              </a:rPr>
              <a:t>Memory</a:t>
            </a:r>
          </a:p>
          <a:p>
            <a:pPr lvl="1"/>
            <a:r>
              <a:rPr lang="en-US" sz="1600">
                <a:solidFill>
                  <a:schemeClr val="tx1">
                    <a:lumMod val="85000"/>
                    <a:lumOff val="15000"/>
                  </a:schemeClr>
                </a:solidFill>
              </a:rPr>
              <a:t>Storage</a:t>
            </a:r>
          </a:p>
          <a:p>
            <a:pPr lvl="1"/>
            <a:r>
              <a:rPr lang="en-US" sz="1600">
                <a:solidFill>
                  <a:schemeClr val="tx1">
                    <a:lumMod val="85000"/>
                    <a:lumOff val="15000"/>
                  </a:schemeClr>
                </a:solidFill>
              </a:rPr>
              <a:t>Network</a:t>
            </a:r>
          </a:p>
          <a:p>
            <a:pPr lvl="1"/>
            <a:r>
              <a:rPr lang="en-US" sz="1600">
                <a:solidFill>
                  <a:schemeClr val="tx1">
                    <a:lumMod val="85000"/>
                    <a:lumOff val="15000"/>
                  </a:schemeClr>
                </a:solidFill>
              </a:rPr>
              <a:t>GPU</a:t>
            </a:r>
            <a:endParaRPr lang="en-GB" sz="16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8" name="Picture 7" descr="A computer hardware with many components&#10;&#10;Description automatically generated with medium confidence">
            <a:extLst>
              <a:ext uri="{FF2B5EF4-FFF2-40B4-BE49-F238E27FC236}">
                <a16:creationId xmlns:a16="http://schemas.microsoft.com/office/drawing/2014/main" id="{7F1B5BEA-6EA1-5D4E-FC8F-760B7A1C0D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0941" y="796413"/>
            <a:ext cx="3637935" cy="1794547"/>
          </a:xfrm>
          <a:prstGeom prst="rect">
            <a:avLst/>
          </a:prstGeom>
        </p:spPr>
      </p:pic>
      <p:pic>
        <p:nvPicPr>
          <p:cNvPr id="5" name="Picture 4" descr="A black and white icon of a computer&#10;&#10;Description automatically generate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8139" y="3643763"/>
            <a:ext cx="523701" cy="2304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79765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646" y="349664"/>
            <a:ext cx="5845571" cy="1638377"/>
          </a:xfrm>
        </p:spPr>
        <p:txBody>
          <a:bodyPr anchor="b">
            <a:normAutofit/>
          </a:bodyPr>
          <a:lstStyle/>
          <a:p>
            <a:r>
              <a:rPr lang="en-US" sz="4800" b="1"/>
              <a:t>Network Architecture</a:t>
            </a:r>
            <a:endParaRPr lang="en-GB" sz="4800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7988" y="2620641"/>
            <a:ext cx="5837750" cy="3023702"/>
          </a:xfrm>
        </p:spPr>
        <p:txBody>
          <a:bodyPr anchor="ctr">
            <a:normAutofit fontScale="92500"/>
          </a:bodyPr>
          <a:lstStyle/>
          <a:p>
            <a:r>
              <a:rPr lang="en-US" sz="1600" dirty="0"/>
              <a:t>Interconnected nodes and pathways to facilitate communication and data exchange including physical, logical layout of network.</a:t>
            </a:r>
          </a:p>
          <a:p>
            <a:r>
              <a:rPr lang="en-US" sz="1600" dirty="0"/>
              <a:t>Three tier Architecture </a:t>
            </a:r>
          </a:p>
          <a:p>
            <a:pPr lvl="1"/>
            <a:r>
              <a:rPr lang="en-US" sz="1600" dirty="0"/>
              <a:t>L3: entry point, </a:t>
            </a:r>
            <a:r>
              <a:rPr lang="en-US" sz="1600" dirty="0" err="1"/>
              <a:t>ToR</a:t>
            </a:r>
            <a:endParaRPr lang="en-US" sz="1600" dirty="0"/>
          </a:p>
          <a:p>
            <a:pPr lvl="1"/>
            <a:r>
              <a:rPr lang="en-US" sz="1600" dirty="0"/>
              <a:t>L2: distribution layer, redundant switches</a:t>
            </a:r>
          </a:p>
          <a:p>
            <a:pPr lvl="1"/>
            <a:r>
              <a:rPr lang="en-US" sz="1600" dirty="0"/>
              <a:t>L1: backbone, interlink l2 to external network,(high end switches, cables and routing protocols)</a:t>
            </a:r>
          </a:p>
          <a:p>
            <a:r>
              <a:rPr lang="en-US" sz="1600" dirty="0"/>
              <a:t>Spine-leaf architecture</a:t>
            </a:r>
          </a:p>
          <a:p>
            <a:r>
              <a:rPr lang="en-US" sz="1600" dirty="0"/>
              <a:t>Network Function Virtualization</a:t>
            </a:r>
          </a:p>
          <a:p>
            <a:pPr lvl="1"/>
            <a:r>
              <a:rPr lang="en-US" sz="1600" dirty="0"/>
              <a:t>Hardware appliances, firewalls, routers, load balancers (SDN controller)</a:t>
            </a:r>
            <a:endParaRPr lang="en-GB" sz="1600" dirty="0"/>
          </a:p>
        </p:txBody>
      </p:sp>
      <p:pic>
        <p:nvPicPr>
          <p:cNvPr id="8" name="Picture 4" descr="See the source image"/>
          <p:cNvPicPr>
            <a:picLocks noChangeAspect="1" noChangeArrowheads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657163" y="596271"/>
            <a:ext cx="3763936" cy="23865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https://dgtlinfra.com/wp-content/uploads/2023/10/Three-Tier-Data-Center-Network-Architecture-Access-Aggregation-Core-Layer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421374" y="3871191"/>
            <a:ext cx="4235516" cy="18953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402244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935FB6-DBA0-D22A-5D7A-7156AFCA85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Limitation and Advantages of Spine Leaf architecture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8E099F-B383-FBA5-3E04-7279250F9E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76842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9880" y="325252"/>
            <a:ext cx="10515600" cy="1325563"/>
          </a:xfrm>
        </p:spPr>
        <p:txBody>
          <a:bodyPr/>
          <a:lstStyle/>
          <a:p>
            <a:r>
              <a:rPr lang="en-US" dirty="0"/>
              <a:t>Design Systems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809" y="1976067"/>
            <a:ext cx="8539263" cy="4351338"/>
          </a:xfrm>
        </p:spPr>
        <p:txBody>
          <a:bodyPr>
            <a:normAutofit fontScale="92500"/>
          </a:bodyPr>
          <a:lstStyle/>
          <a:p>
            <a:r>
              <a:rPr lang="en-US" dirty="0"/>
              <a:t>Enterprise Data Centers: specific need of an organization</a:t>
            </a:r>
          </a:p>
          <a:p>
            <a:r>
              <a:rPr lang="en-US" dirty="0"/>
              <a:t>Colocation Data Centers : shared infrastructure for multiple customers</a:t>
            </a:r>
          </a:p>
          <a:p>
            <a:r>
              <a:rPr lang="en-US" dirty="0" err="1"/>
              <a:t>Hyperscale</a:t>
            </a:r>
            <a:r>
              <a:rPr lang="en-US" dirty="0"/>
              <a:t> Data Centers: The actual cloud service vendors data centers </a:t>
            </a:r>
          </a:p>
          <a:p>
            <a:r>
              <a:rPr lang="en-US" dirty="0"/>
              <a:t>Edge Data Center: closer to end users.</a:t>
            </a:r>
          </a:p>
          <a:p>
            <a:r>
              <a:rPr lang="en-US" dirty="0"/>
              <a:t>Containerized Data Center: Potable Micro Data Centers</a:t>
            </a:r>
          </a:p>
          <a:p>
            <a:r>
              <a:rPr lang="en-US" dirty="0"/>
              <a:t>Artificial Intelligence Data Centers. Specialized facilities  for AI workloads, high performance computing with liquid cooling systems</a:t>
            </a:r>
            <a:endParaRPr lang="en-GB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6154" y="0"/>
            <a:ext cx="3590925" cy="319067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6090" y="4507047"/>
            <a:ext cx="2286000" cy="2124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13327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Microsoft reveals its MASSIVE data center (Full Tour) – YouTube</a:t>
            </a:r>
            <a:endParaRPr lang="en-US" dirty="0"/>
          </a:p>
          <a:p>
            <a:r>
              <a:rPr lang="en-US" dirty="0">
                <a:hlinkClick r:id="rId3"/>
              </a:rPr>
              <a:t>Microsoft reveals findings from Project Natick, its experimental undersea datacenter</a:t>
            </a:r>
            <a:endParaRPr lang="en-US" dirty="0"/>
          </a:p>
          <a:p>
            <a:r>
              <a:rPr lang="en-GB" dirty="0">
                <a:hlinkClick r:id="rId4"/>
              </a:rPr>
              <a:t>Inside a Google data </a:t>
            </a:r>
            <a:r>
              <a:rPr lang="en-GB" dirty="0" err="1">
                <a:hlinkClick r:id="rId4"/>
              </a:rPr>
              <a:t>center</a:t>
            </a:r>
            <a:endParaRPr lang="en-GB" dirty="0"/>
          </a:p>
          <a:p>
            <a:r>
              <a:rPr lang="en-GB" dirty="0">
                <a:hlinkClick r:id="rId5"/>
              </a:rPr>
              <a:t>Data </a:t>
            </a:r>
            <a:r>
              <a:rPr lang="en-GB" dirty="0" err="1">
                <a:hlinkClick r:id="rId5"/>
              </a:rPr>
              <a:t>Centered</a:t>
            </a:r>
            <a:r>
              <a:rPr lang="en-GB" dirty="0">
                <a:hlinkClick r:id="rId5"/>
              </a:rPr>
              <a:t>: Dallin, Tasha, Fidel | Amazon Web Services</a:t>
            </a:r>
            <a:endParaRPr lang="en-GB" dirty="0"/>
          </a:p>
          <a:p>
            <a:r>
              <a:rPr lang="en-US" dirty="0">
                <a:hlinkClick r:id="rId6"/>
              </a:rPr>
              <a:t>Google Data Center Security: 6 Layers Deep</a:t>
            </a:r>
            <a:endParaRPr lang="en-US" dirty="0"/>
          </a:p>
          <a:p>
            <a:r>
              <a:rPr lang="en-US" dirty="0">
                <a:hlinkClick r:id="rId7"/>
              </a:rPr>
              <a:t>Inside the AWS Lab Where Retired Data Center Hardware Gets a Second Chance | Amazon Web Services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868433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F4529-273A-583D-0049-045B4A817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Projects 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B4204CD-97B8-2416-33C8-7A9FC5B7266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92422254"/>
              </p:ext>
            </p:extLst>
          </p:nvPr>
        </p:nvGraphicFramePr>
        <p:xfrm>
          <a:off x="513080" y="1327785"/>
          <a:ext cx="10515597" cy="4912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4840">
                  <a:extLst>
                    <a:ext uri="{9D8B030D-6E8A-4147-A177-3AD203B41FA5}">
                      <a16:colId xmlns:a16="http://schemas.microsoft.com/office/drawing/2014/main" val="2648553213"/>
                    </a:ext>
                  </a:extLst>
                </a:gridCol>
                <a:gridCol w="6385558">
                  <a:extLst>
                    <a:ext uri="{9D8B030D-6E8A-4147-A177-3AD203B41FA5}">
                      <a16:colId xmlns:a16="http://schemas.microsoft.com/office/drawing/2014/main" val="790309028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24682298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31743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Serverless email /</a:t>
                      </a:r>
                      <a:r>
                        <a:rPr lang="en-US" sz="1050" dirty="0" err="1"/>
                        <a:t>sms</a:t>
                      </a:r>
                      <a:r>
                        <a:rPr lang="en-US" sz="1050" dirty="0"/>
                        <a:t> application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68410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Cloud Based Chatbot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78121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Attendance system</a:t>
                      </a:r>
                    </a:p>
                    <a:p>
                      <a:br>
                        <a:rPr lang="en-US" sz="1050" dirty="0"/>
                      </a:br>
                      <a:endParaRPr 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44005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Bus ticketing</a:t>
                      </a:r>
                    </a:p>
                    <a:p>
                      <a:br>
                        <a:rPr lang="en-US" sz="1050" dirty="0"/>
                      </a:br>
                      <a:endParaRPr 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1150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Serverless website</a:t>
                      </a:r>
                    </a:p>
                    <a:p>
                      <a:br>
                        <a:rPr lang="en-US" sz="1050" dirty="0"/>
                      </a:br>
                      <a:endParaRPr 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29228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Traffic management system</a:t>
                      </a:r>
                    </a:p>
                    <a:p>
                      <a:br>
                        <a:rPr lang="en-US" sz="1050" dirty="0"/>
                      </a:br>
                      <a:endParaRPr 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81313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Bug tracker</a:t>
                      </a:r>
                    </a:p>
                    <a:p>
                      <a:br>
                        <a:rPr lang="en-US" sz="1050" dirty="0"/>
                      </a:br>
                      <a:endParaRPr 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69524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University campus system</a:t>
                      </a:r>
                    </a:p>
                    <a:p>
                      <a:br>
                        <a:rPr lang="en-US" sz="1050" dirty="0"/>
                      </a:br>
                      <a:endParaRPr 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60158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6835127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2BBE554B-5784-83CA-04B6-796B4BC3C9DB}"/>
              </a:ext>
            </a:extLst>
          </p:cNvPr>
          <p:cNvSpPr txBox="1"/>
          <p:nvPr/>
        </p:nvSpPr>
        <p:spPr>
          <a:xfrm>
            <a:off x="513080" y="616970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https://www.datacamp.com/blog/cloud-computing-projects</a:t>
            </a:r>
          </a:p>
        </p:txBody>
      </p:sp>
    </p:spTree>
    <p:extLst>
      <p:ext uri="{BB962C8B-B14F-4D97-AF65-F5344CB8AC3E}">
        <p14:creationId xmlns:p14="http://schemas.microsoft.com/office/powerpoint/2010/main" val="24536367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03124E-DB13-8562-26A4-18632EF034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RAID Storage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2D014E-EEF0-AA75-64BF-9C2AE15EBB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85915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568</Words>
  <Application>Microsoft Office PowerPoint</Application>
  <PresentationFormat>Widescreen</PresentationFormat>
  <Paragraphs>84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Data Center Architecture</vt:lpstr>
      <vt:lpstr>Data Center </vt:lpstr>
      <vt:lpstr>Component of Data Center Architecture</vt:lpstr>
      <vt:lpstr>Storage Architectures for Data Center </vt:lpstr>
      <vt:lpstr>Server Architecture for Data Centers</vt:lpstr>
      <vt:lpstr>Network Architecture</vt:lpstr>
      <vt:lpstr>Limitation and Advantages of Spine Leaf architecture </vt:lpstr>
      <vt:lpstr>Design Systems</vt:lpstr>
      <vt:lpstr>PowerPoint Presentation</vt:lpstr>
      <vt:lpstr>Projects </vt:lpstr>
      <vt:lpstr>RAID Storage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Safia Baloch Lecturer FCS</dc:creator>
  <cp:lastModifiedBy>Safia Baloch Lecturer FCS</cp:lastModifiedBy>
  <cp:revision>5</cp:revision>
  <dcterms:created xsi:type="dcterms:W3CDTF">2025-04-22T04:00:37Z</dcterms:created>
  <dcterms:modified xsi:type="dcterms:W3CDTF">2025-04-22T08:21:08Z</dcterms:modified>
</cp:coreProperties>
</file>