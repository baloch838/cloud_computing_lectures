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3" r:id="rId3"/>
    <p:sldId id="266" r:id="rId4"/>
    <p:sldId id="267" r:id="rId5"/>
    <p:sldId id="268" r:id="rId6"/>
    <p:sldId id="269" r:id="rId7"/>
    <p:sldId id="264" r:id="rId8"/>
    <p:sldId id="270" r:id="rId9"/>
    <p:sldId id="271" r:id="rId10"/>
    <p:sldId id="272" r:id="rId11"/>
    <p:sldId id="273" r:id="rId12"/>
    <p:sldId id="275" r:id="rId13"/>
    <p:sldId id="27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5E66-8F38-3B20-6E65-77071A063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CBE5D3-98D3-A2EB-4096-E076CECE0A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E46CB-AB05-CA9B-4726-38D2130E7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7EDF3-E334-406E-81E2-62479443E58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4A596-DDE3-EEA9-8870-05432C974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7F458-9E79-9072-41F3-C229FDE60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753-97FA-4F97-8628-51623693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39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0464C-F475-73F4-FA62-3E68B2580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712FA-853D-197A-907B-610997022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A80E3-3D3F-AB90-13A6-4AF51235F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7EDF3-E334-406E-81E2-62479443E58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2FF8D1-E9A9-92CE-E9E5-62C69B01D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51E38-4EEB-10FD-A6F3-98BD9034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753-97FA-4F97-8628-51623693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59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59A4-44F7-274F-A6A9-A0B9F4259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28FAD-5B48-6946-516E-7DD62EEB30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05358-EE64-2355-25FD-7D200CF15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7EDF3-E334-406E-81E2-62479443E58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0C23C-CE00-A497-A7FE-BA5BF142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B922-26BC-D21B-9C8B-CAD8F90DF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753-97FA-4F97-8628-51623693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73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FF450-046C-ADE2-B53A-932F7AEA7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EF6F5-F1B9-126A-3C39-688D0B91E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3924C-42D1-A183-826B-8129B077C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66EEE-75F1-F2E1-DEDB-E92AC4FCB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7EDF3-E334-406E-81E2-62479443E58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69CDF-D974-9D96-EB81-709758F5D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CEBFB-3A35-67F1-EBF4-F52F3AA2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753-97FA-4F97-8628-51623693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52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FE068-119C-221C-B714-B421F0999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3C99A-E7A0-0ABD-8C8F-507D65C6C5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BDE48-FA3C-BF74-94EB-6BDE31755E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73AC38-55E2-5A1F-B6D7-2472E6C000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AD0345-B8AA-91AE-2A33-88A6253B02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50C6EE-6BAF-7A0F-BE73-DD488D4E2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7EDF3-E334-406E-81E2-62479443E58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A47BFA-E1BB-8C64-FEE3-D545C988F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9FE8B-6618-B23E-4D17-E8DB050BF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753-97FA-4F97-8628-51623693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446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0B02A-0C30-D49D-017E-5337FBBC2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5BBFDC-89C9-D042-F21B-DBD901AE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7EDF3-E334-406E-81E2-62479443E58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0B3366-91BF-E4E3-934E-3D43CCA88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57107-65A1-29E5-E4C4-62354B9BE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753-97FA-4F97-8628-51623693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8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1FC43-C4CA-458A-7BEE-D280CE416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7EDF3-E334-406E-81E2-62479443E58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6AC01A-5066-B3C2-DC8E-A621CB30B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444BE-A4C1-30A1-8F3A-3CCF0B57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753-97FA-4F97-8628-51623693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14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D96A6-F7A8-F1CB-0D21-6990012C9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C59C0-9BF3-32BF-2E69-FB888B7FD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1EF96-8FC6-5EF9-F808-C7967F711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3AA08-599C-52C1-B281-7C652C876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7EDF3-E334-406E-81E2-62479443E58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5CD751-EFC6-DB8E-4BED-60B4C8B01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B81A2-4C29-1394-AFBC-443313F7A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753-97FA-4F97-8628-51623693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997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1E59-7DFF-6FEE-C2D2-EF2BCF8B4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F380DD-AD48-2379-23E0-AEF1109EDE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61EC66-5F5D-49E6-5A4A-87FC9B606F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EA0CC-5FED-755D-7A11-EAA4DFBF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7EDF3-E334-406E-81E2-62479443E58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CE853-4BA0-F267-2E2F-8B82875EB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B56C4-53F4-644F-28FE-4AF421B13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753-97FA-4F97-8628-51623693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104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4065-98E9-D249-BD05-C3A6E8026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9F9CE-2A33-0040-8D2B-AFA1186609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2A434-372F-2E67-D6C1-FE9908AD4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7EDF3-E334-406E-81E2-62479443E58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C2C0C-26BB-D666-822F-45D35D722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03D03-C35A-DD67-A768-6014F214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753-97FA-4F97-8628-51623693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190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028E11-3BE8-E228-9EFD-6BEFC47023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FEED0C-2B33-FAC5-8F55-6001D01A8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3A9D8-9D05-BFEA-F900-C7F616BE1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7EDF3-E334-406E-81E2-62479443E58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60FEB-1C3F-8C0F-5292-CADCDB1B8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C802D-4E56-E625-E7A7-0DCFE2552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1C2753-97FA-4F97-8628-51623693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65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677C80-5BB2-9E55-2BC7-6F075AD55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BE1089-7EB4-6AA3-A670-7A5BFCAF03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C68A7-FB90-34C7-9F02-514070D557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37EDF3-E334-406E-81E2-62479443E58C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F920C-2023-F5BC-6B62-7514052D18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5E48-2789-8F24-2AF5-40151733B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1C2753-97FA-4F97-8628-51623693FE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94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4B9BE-B7A0-1A4C-DB2A-84441E386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source and proprietary or closed source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3E036-89FF-FE13-E52F-26D2DCB37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this ?</a:t>
            </a:r>
          </a:p>
        </p:txBody>
      </p:sp>
    </p:spTree>
    <p:extLst>
      <p:ext uri="{BB962C8B-B14F-4D97-AF65-F5344CB8AC3E}">
        <p14:creationId xmlns:p14="http://schemas.microsoft.com/office/powerpoint/2010/main" val="1984239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64239-3706-5F16-2BA3-6CA0207C7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Eucalyptus Cloud as IaaS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05EA7-06A1-07B3-7FA3-90861D3D4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IaaS Style is private and hybrid clouds.</a:t>
            </a:r>
          </a:p>
          <a:p>
            <a:r>
              <a:rPr lang="en-US" dirty="0"/>
              <a:t>Infrastructure resources (machines, network and storage )</a:t>
            </a:r>
          </a:p>
          <a:p>
            <a:pPr lvl="1"/>
            <a:r>
              <a:rPr lang="en-US" dirty="0"/>
              <a:t>Implemented inside existing data center</a:t>
            </a:r>
          </a:p>
          <a:p>
            <a:r>
              <a:rPr lang="en-US" dirty="0"/>
              <a:t>Implement industry standard AWS APIs.</a:t>
            </a:r>
          </a:p>
          <a:p>
            <a:r>
              <a:rPr lang="en-US" dirty="0"/>
              <a:t>Provide own set of command line tools (Euca2ools):internal and external</a:t>
            </a:r>
          </a:p>
          <a:p>
            <a:r>
              <a:rPr lang="en-US" dirty="0"/>
              <a:t>The main components are Cluster controller , cloud controller, Node controller,  walrus storage controller and storage controller </a:t>
            </a:r>
          </a:p>
        </p:txBody>
      </p:sp>
    </p:spTree>
    <p:extLst>
      <p:ext uri="{BB962C8B-B14F-4D97-AF65-F5344CB8AC3E}">
        <p14:creationId xmlns:p14="http://schemas.microsoft.com/office/powerpoint/2010/main" val="3088773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6BC3B-14C5-8EBB-9D2A-28120E404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Eucalyptus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517F3-9AEA-D574-BA2E-89734A500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 Controller(CC):  manage NCs, manage , communicate between controllers, and manage networks specific instances </a:t>
            </a:r>
          </a:p>
          <a:p>
            <a:r>
              <a:rPr lang="en-US" dirty="0"/>
              <a:t>Cloud Controller (CLC): front end, provide EC2/S3 interface</a:t>
            </a:r>
          </a:p>
          <a:p>
            <a:r>
              <a:rPr lang="en-US" dirty="0"/>
              <a:t>Node Controller (NC): basic component of node, maintains instance on each nodes, interact with OS, Hypervisor and CC</a:t>
            </a:r>
          </a:p>
          <a:p>
            <a:r>
              <a:rPr lang="en-US" dirty="0"/>
              <a:t>Walrus Storage (WS3): file storage system, such as machine image, snapshots, </a:t>
            </a:r>
          </a:p>
          <a:p>
            <a:r>
              <a:rPr lang="en-US" dirty="0"/>
              <a:t>Storage Controller (SC): provide persistent block storage and allows creation of snapshots of volumes. </a:t>
            </a:r>
          </a:p>
        </p:txBody>
      </p:sp>
    </p:spTree>
    <p:extLst>
      <p:ext uri="{BB962C8B-B14F-4D97-AF65-F5344CB8AC3E}">
        <p14:creationId xmlns:p14="http://schemas.microsoft.com/office/powerpoint/2010/main" val="2686847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loud server&#10;&#10;AI-generated content may be incorrect.">
            <a:extLst>
              <a:ext uri="{FF2B5EF4-FFF2-40B4-BE49-F238E27FC236}">
                <a16:creationId xmlns:a16="http://schemas.microsoft.com/office/drawing/2014/main" id="{05050B82-EB91-82EF-C146-9831531DE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489" y="643467"/>
            <a:ext cx="8315021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94558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70638-72A7-7E0C-B3AC-1E4E52154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Open Source </a:t>
            </a:r>
            <a:r>
              <a:rPr lang="en-US" dirty="0" err="1"/>
              <a:t>Iaas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956E1-A094-08D2-581C-61C2D50FE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OpenNebula</a:t>
            </a:r>
            <a:endParaRPr lang="en-US" dirty="0"/>
          </a:p>
          <a:p>
            <a:r>
              <a:rPr lang="en-US" dirty="0"/>
              <a:t>Apache </a:t>
            </a:r>
            <a:r>
              <a:rPr lang="en-US" dirty="0" err="1"/>
              <a:t>CloudStack</a:t>
            </a:r>
            <a:r>
              <a:rPr lang="en-US" dirty="0"/>
              <a:t>:  good for large networks of </a:t>
            </a:r>
            <a:r>
              <a:rPr lang="en-US" dirty="0" err="1"/>
              <a:t>vms</a:t>
            </a:r>
            <a:endParaRPr lang="en-US" dirty="0"/>
          </a:p>
          <a:p>
            <a:r>
              <a:rPr lang="en-US" dirty="0"/>
              <a:t>Nimbus: good in terms of administration of Virtual networks, as it is supported by SSH into all nodes </a:t>
            </a:r>
          </a:p>
        </p:txBody>
      </p:sp>
    </p:spTree>
    <p:extLst>
      <p:ext uri="{BB962C8B-B14F-4D97-AF65-F5344CB8AC3E}">
        <p14:creationId xmlns:p14="http://schemas.microsoft.com/office/powerpoint/2010/main" val="3382704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F58CF-EB34-479B-8BB2-708FFEE5B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OpenSource</a:t>
            </a:r>
            <a:r>
              <a:rPr lang="en-US" dirty="0"/>
              <a:t> PaaS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0763A-FF67-D476-E424-2B46393FE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Paasmaker</a:t>
            </a:r>
            <a:r>
              <a:rPr lang="en-US" dirty="0"/>
              <a:t>: provide full visibility to users, actions are broken into trees format to be monitored, portable with PHP, Ruby, python, Nodejs, designed for clusters. (distribution and cluster failure )</a:t>
            </a:r>
          </a:p>
          <a:p>
            <a:r>
              <a:rPr lang="en-US" dirty="0"/>
              <a:t>Red Hat </a:t>
            </a:r>
            <a:r>
              <a:rPr lang="en-US" dirty="0" err="1"/>
              <a:t>Openshift</a:t>
            </a:r>
            <a:r>
              <a:rPr lang="en-US" dirty="0"/>
              <a:t>: broker, node servers.</a:t>
            </a:r>
          </a:p>
          <a:p>
            <a:pPr lvl="1"/>
            <a:r>
              <a:rPr lang="en-US" dirty="0"/>
              <a:t>Broker is single point of contact for all application management activities(login, DNS, application state, orchestration of application.)</a:t>
            </a:r>
          </a:p>
          <a:p>
            <a:pPr lvl="1"/>
            <a:r>
              <a:rPr lang="en-US" dirty="0"/>
              <a:t>Node server has built-in cartridges and gears. Where user application </a:t>
            </a:r>
            <a:r>
              <a:rPr lang="en-US"/>
              <a:t>is stored and served</a:t>
            </a:r>
          </a:p>
          <a:p>
            <a:endParaRPr lang="en-US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87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7CD1-8D3B-D245-58CA-70C8B5B2F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OpenNebula</a:t>
            </a:r>
            <a:r>
              <a:rPr lang="en-US" dirty="0"/>
              <a:t> Scheduler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5D6DF-A85B-4658-34D7-F6D1FF834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algorithm that places Virtual Machine depending on their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510636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60DB2-F2F9-3F47-F9FB-0035BBA70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Source Tools for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37C7D-05D2-634B-756D-5CC4C7EB94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Simulation-based approaches in evaluating cloud computing systems and application behaviors offer significant benefits, as they allow cloud developers </a:t>
            </a:r>
          </a:p>
          <a:p>
            <a:pPr lvl="1"/>
            <a:r>
              <a:rPr lang="en-US" dirty="0"/>
              <a:t>to test performance of their provisioning and service delivery policies in a repeatable and controllable environment free of cost</a:t>
            </a:r>
          </a:p>
          <a:p>
            <a:pPr lvl="1"/>
            <a:r>
              <a:rPr lang="en-US" dirty="0"/>
              <a:t>to tune the performance bottlenecks before real-world deployment on commercial clouds</a:t>
            </a:r>
          </a:p>
        </p:txBody>
      </p:sp>
    </p:spTree>
    <p:extLst>
      <p:ext uri="{BB962C8B-B14F-4D97-AF65-F5344CB8AC3E}">
        <p14:creationId xmlns:p14="http://schemas.microsoft.com/office/powerpoint/2010/main" val="577775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D90B8C-FCF6-0D75-1C80-A2F31324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/>
              <a:t>CloudSim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D20FD-8738-DC85-5E7D-81DA372B7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/>
              <a:t>Simulation environment.</a:t>
            </a:r>
          </a:p>
          <a:p>
            <a:r>
              <a:rPr lang="en-US" sz="2200"/>
              <a:t>Allow extension and definition of policies in all component of software stack.</a:t>
            </a:r>
          </a:p>
          <a:p>
            <a:endParaRPr lang="en-US" sz="2200"/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14EAAA6-7603-FD01-932D-E63E7A935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21847"/>
            <a:ext cx="6903720" cy="3814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941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2D6B2-94A7-5B4B-66FB-C1D01AA9A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Cloud Analyst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2DA19-F3C0-1975-D666-7B382C370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Extension of cloud-sim  developed by Melbourne university.</a:t>
            </a:r>
          </a:p>
          <a:p>
            <a:pPr marL="0" indent="0">
              <a:buNone/>
            </a:pPr>
            <a:r>
              <a:rPr lang="en-US" sz="2000"/>
              <a:t>To support evaluation of social network tools according to geographic distribution of user and data centers. </a:t>
            </a:r>
          </a:p>
          <a:p>
            <a:pPr marL="0" indent="0">
              <a:buNone/>
            </a:pPr>
            <a:r>
              <a:rPr lang="en-US" sz="2000"/>
              <a:t> 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5" name="Picture 4" descr="A diagram of a cloud analyst&#10;&#10;AI-generated content may be incorrect.">
            <a:extLst>
              <a:ext uri="{FF2B5EF4-FFF2-40B4-BE49-F238E27FC236}">
                <a16:creationId xmlns:a16="http://schemas.microsoft.com/office/drawing/2014/main" id="{A58125B4-4EC3-CCB4-CD68-E685AEBE7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646090"/>
            <a:ext cx="5150277" cy="139057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1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E6E4F-9858-AF4B-6955-573AFB39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GreenCloud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4B00C-53D6-3403-6E0D-35582857A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Packet-level simulator for energy-aware cloud computing data centers.</a:t>
            </a:r>
          </a:p>
          <a:p>
            <a:r>
              <a:rPr lang="en-US" dirty="0"/>
              <a:t>Offers detailed fine-grained modeling of the energy consumed by the data center IT equipment.</a:t>
            </a:r>
          </a:p>
          <a:p>
            <a:r>
              <a:rPr lang="en-US" dirty="0"/>
              <a:t>Further can be used for monitoring, resource allocation, workload scheduling , optimization pf communication protocols and network infrastructure</a:t>
            </a:r>
          </a:p>
          <a:p>
            <a:r>
              <a:rPr lang="en-US" dirty="0"/>
              <a:t>Can guide for future data center facilities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790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server&#10;&#10;AI-generated content may be incorrect.">
            <a:extLst>
              <a:ext uri="{FF2B5EF4-FFF2-40B4-BE49-F238E27FC236}">
                <a16:creationId xmlns:a16="http://schemas.microsoft.com/office/drawing/2014/main" id="{E5B7A710-CDA9-5739-C640-671AC92A0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4239" y="643467"/>
            <a:ext cx="6403522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55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F20DA-7EE0-9060-2619-0E4157921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CloudSched</a:t>
            </a:r>
            <a:r>
              <a:rPr lang="en-US" dirty="0"/>
              <a:t> and Cloud Report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C797F-56FF-2C08-7DA1-3E510A535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40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455</Words>
  <Application>Microsoft Office PowerPoint</Application>
  <PresentationFormat>Widescreen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Open source and proprietary or closed source </vt:lpstr>
      <vt:lpstr>Eucalyptus Cloud as IaaS</vt:lpstr>
      <vt:lpstr>Eucalyptus Components</vt:lpstr>
      <vt:lpstr>PowerPoint Presentation</vt:lpstr>
      <vt:lpstr>More Open Source Iaas</vt:lpstr>
      <vt:lpstr>OpenSource PaaS</vt:lpstr>
      <vt:lpstr>OpenNebula Scheduler Module</vt:lpstr>
      <vt:lpstr>Open Source Tools for Research</vt:lpstr>
      <vt:lpstr>CloudSim</vt:lpstr>
      <vt:lpstr>Cloud Analyst </vt:lpstr>
      <vt:lpstr>GreenCloud</vt:lpstr>
      <vt:lpstr>PowerPoint Presentation</vt:lpstr>
      <vt:lpstr>CloudSched and Cloud Report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Safia Baloch Lecturer FCS</dc:creator>
  <cp:lastModifiedBy>Safia Baloch Lecturer FCS</cp:lastModifiedBy>
  <cp:revision>14</cp:revision>
  <dcterms:created xsi:type="dcterms:W3CDTF">2025-04-08T06:17:42Z</dcterms:created>
  <dcterms:modified xsi:type="dcterms:W3CDTF">2025-04-08T06:53:16Z</dcterms:modified>
</cp:coreProperties>
</file>