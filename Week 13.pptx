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B3418-3E36-0095-5FDF-8B06618502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82D869-021D-3988-69AE-D553749EA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8D1F2-DC81-1B5E-B0FA-707107CA6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5F5F7-F6B3-4945-BC31-1516E25FF94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FD8B4-1E32-B18E-C1F1-ECDC8F72F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DF367-E783-E285-4240-78980E9D2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A231-1B37-4BA7-8127-508260EED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115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9DF13-9663-F06F-0FFB-66AFFDA42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01F11-86A2-F3DA-80A7-07E621E2E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72571-BE3D-D643-7E08-B8AE4B3B0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5F5F7-F6B3-4945-BC31-1516E25FF94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A3B5-3C65-C283-EBBB-A040C719E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76D5E-D715-AE7E-1A34-AAC563CE0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A231-1B37-4BA7-8127-508260EED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105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080E0-7AC2-E11A-3EE6-10899A956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7E428-6DD4-6DDB-3194-CFE1138D4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823AA-0087-0D6C-CEFA-7044121CF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5F5F7-F6B3-4945-BC31-1516E25FF94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F30B5-B132-38C7-7300-D7622BD04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E0A15-EC0B-106E-F4EC-CD0B2979D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A231-1B37-4BA7-8127-508260EED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730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10BF1-3721-E24E-5C1E-9E14615F6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23E57-427B-F9E6-42E6-1AA7840455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DA83E1-9E2A-5784-2F91-588249E30F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EC4E3-C056-5FFD-66A9-8D79AA324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5F5F7-F6B3-4945-BC31-1516E25FF94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C7D98-02A4-490A-DCA2-DC60406EE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44A21A-0637-8260-6809-F9DEFBBEE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A231-1B37-4BA7-8127-508260EED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197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502C6-ADF2-4DBE-910B-B0C0472EA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F5D80-751D-3643-64DF-D4D081B56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504809-C92F-5388-DC01-BA32251F4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D5573-17D8-6B26-5AA8-D50A3219DF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4879BC-1DC6-0D73-F1BF-B04FA82F43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37DC8E-4B5E-D141-B31F-3BEAE623E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5F5F7-F6B3-4945-BC31-1516E25FF94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3B86B8-E84F-2198-BA78-F16D75837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9CC1E6-5047-4846-62AA-80C42E7AE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A231-1B37-4BA7-8127-508260EED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253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695D8-8A79-1B39-2693-A03E7AA01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17AF9-34FD-1FC6-73E8-46772EEF2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5F5F7-F6B3-4945-BC31-1516E25FF94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961F5B-5D63-EE4E-80A4-7F9BBDA28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149AB8-A9C8-FDBE-1E1B-AF0623C1F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A231-1B37-4BA7-8127-508260EED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522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457F52-8816-ECC3-FFAF-335B018B0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5F5F7-F6B3-4945-BC31-1516E25FF94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DBBADC-1245-93FB-613C-95639018C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38976-AFBB-EE87-19B8-1C95A5615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A231-1B37-4BA7-8127-508260EED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746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DB0A4-6882-B1B2-2A1D-D8D41FCA9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A7B45-57AD-41EF-929A-613EB55D5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B43D59-A191-6727-D7E6-31D93B8F7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A5D44F-3A6A-7487-5C9B-BB592CE0E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5F5F7-F6B3-4945-BC31-1516E25FF94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F4E47E-7010-F23B-CFD7-A63E8638D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BCC6B-1483-4D9C-5CE5-76CBBD72A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A231-1B37-4BA7-8127-508260EED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617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F3DF9-AE62-981D-5997-7005C6744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33B4EC-E8DB-FE92-CA84-102D08FB8A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D3907-32AD-EA92-FB31-877CBFEEA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76854-DA0D-67B7-C517-D1B1B6167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5F5F7-F6B3-4945-BC31-1516E25FF94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7F1D4-FD99-E933-8B93-449BA49DA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7B244-307E-1BA3-A365-6D122E1C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A231-1B37-4BA7-8127-508260EED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18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B268F-CAEE-9D08-E086-EF70129D9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433A6E-21B6-81DF-98F1-8DDCBC628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08C9F-21AD-CF00-9290-357DC9CA4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5F5F7-F6B3-4945-BC31-1516E25FF94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0416A-E05F-1452-495D-0D0344169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47888-DCF5-E365-2BFD-5795DA245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A231-1B37-4BA7-8127-508260EED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118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3A9CB1-49F2-D30C-4230-5856E916C7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CC963E-A66F-6F3C-280F-B5FD9D2327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773E6-9718-3B4F-CC8F-6E41A39BE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5F5F7-F6B3-4945-BC31-1516E25FF94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14BD6-98FE-4EFE-46D2-4ED469824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E5A66-D7AF-CC80-256B-BA7B66117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A231-1B37-4BA7-8127-508260EED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084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F079ED-05BE-3FBD-37AE-1DD2CF276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C7B08-5655-2219-6AA6-F29BDA1AE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C2D17-7014-550D-2A7F-F325DE8150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B5F5F7-F6B3-4945-BC31-1516E25FF94B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CD3BE-DD96-7616-185E-0DABFA16A4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9E82B-3735-E1B0-DD3D-8927F1D9DC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B2A231-1B37-4BA7-8127-508260EED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18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B6ED8-E869-551A-346D-E47141B264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Raid Storage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0928E7-6763-E291-1B4F-BC963F88D1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Week 13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225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90744-4DB6-04D0-AA38-6C28DAF71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55BE3-428A-4C80-D5C8-947CC98B7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RAID – or Redundant Array of Independent Disks – is a type of storage that writes data across multiple drives within the same system.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Different configurations are expressed as numbers, such as RAID 0, RAID 1, or RAID 5.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Each RAID type gives users different benefits: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— increased performance, 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— greater fault tolerance, or a combination of both 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Roboto" panose="02000000000000000000" pitchFamily="2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— depending on how it writes and distributes your 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115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3AB98-9B04-DE52-CF33-FA3DF9D69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Need RAID?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37C07-8488-7BAC-19B8-3A7C7C72A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Maintain maximum uptime and availability on </a:t>
            </a:r>
            <a:r>
              <a:rPr lang="en-US" b="0" i="0" strike="sng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your</a:t>
            </a: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system</a:t>
            </a:r>
          </a:p>
          <a:p>
            <a:pPr marL="0" indent="0" algn="l">
              <a:buNone/>
            </a:pPr>
            <a:endParaRPr lang="en-US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Work with large files without slowing down operations</a:t>
            </a:r>
          </a:p>
          <a:p>
            <a:pPr marL="0" indent="0" algn="l">
              <a:buNone/>
            </a:pPr>
            <a:endParaRPr lang="en-US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Have data redundancy to protect important information</a:t>
            </a:r>
          </a:p>
          <a:p>
            <a:pPr marL="0" indent="0" algn="l">
              <a:buNone/>
            </a:pPr>
            <a:endParaRPr lang="en-US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Increase the potential mean time to failure of your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637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6AB90-5393-C257-07BA-F50FFE690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RAID vs Data Backup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9E9DA-72AD-7EBD-DEA9-BFEFD8E49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RAID: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make your data storage more powerful and resilient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RAID arrays spread I/O operations across multiple disks in order to read and write data faster</a:t>
            </a:r>
          </a:p>
          <a:p>
            <a:r>
              <a:rPr lang="en-US" b="1" dirty="0"/>
              <a:t>BACKUP:</a:t>
            </a:r>
            <a:endParaRPr lang="en-US" dirty="0"/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data backup helps you restore lost files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587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304EED-BB8E-7AF3-545F-A679ADCD8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6" y="457201"/>
            <a:ext cx="5814240" cy="1556870"/>
          </a:xfrm>
        </p:spPr>
        <p:txBody>
          <a:bodyPr anchor="b">
            <a:normAutofit/>
          </a:bodyPr>
          <a:lstStyle/>
          <a:p>
            <a:r>
              <a:rPr lang="en-US" sz="4000"/>
              <a:t>Key Concepts in RAID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0A180-CC6A-69E7-3B45-C6CE45C21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6" y="2277036"/>
            <a:ext cx="5814239" cy="3461155"/>
          </a:xfrm>
        </p:spPr>
        <p:txBody>
          <a:bodyPr>
            <a:normAutofit/>
          </a:bodyPr>
          <a:lstStyle/>
          <a:p>
            <a:r>
              <a:rPr lang="en-US" sz="2000" b="1" dirty="0"/>
              <a:t>Striping: </a:t>
            </a:r>
          </a:p>
          <a:p>
            <a:pPr lvl="1"/>
            <a:r>
              <a:rPr lang="en-US" sz="2000" b="0" i="0" dirty="0">
                <a:effectLst/>
                <a:latin typeface="DeepSeek-CJK-patch"/>
              </a:rPr>
              <a:t>Data split into blocks and distributed across disks (RAID 0). Enhances performance.</a:t>
            </a:r>
            <a:endParaRPr lang="en-US" sz="2000" b="1" dirty="0"/>
          </a:p>
          <a:p>
            <a:r>
              <a:rPr lang="en-US" sz="2000" b="1" dirty="0"/>
              <a:t>Mirroring:</a:t>
            </a:r>
          </a:p>
          <a:p>
            <a:pPr lvl="1"/>
            <a:r>
              <a:rPr lang="en-US" sz="2000" b="0" i="0" dirty="0">
                <a:effectLst/>
                <a:latin typeface="DeepSeek-CJK-patch"/>
              </a:rPr>
              <a:t>Duplicate data on two or more disks (RAID 1). Ensures redundancy</a:t>
            </a:r>
            <a:endParaRPr lang="en-US" sz="2000" b="1" dirty="0"/>
          </a:p>
          <a:p>
            <a:r>
              <a:rPr lang="en-US" sz="2000" b="1" dirty="0"/>
              <a:t>Parity:</a:t>
            </a:r>
          </a:p>
          <a:p>
            <a:pPr lvl="1"/>
            <a:r>
              <a:rPr lang="en-US" sz="2000" b="0" i="0" dirty="0">
                <a:effectLst/>
                <a:latin typeface="DeepSeek-CJK-patch"/>
              </a:rPr>
              <a:t>Calculated data used to rebuild lost information (RAID 5/6). XOR operations for single parity (RAID 5), dual parity for RAID 6.</a:t>
            </a: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EDF9F6-EB9C-68FA-9FE6-2F8DD1C3B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2793" y="799365"/>
            <a:ext cx="3586815" cy="22101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EAFFD5-0E50-2449-A1E1-4E4EFF51F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752" y="3375824"/>
            <a:ext cx="3508185" cy="224326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70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390AB-C5DC-BD05-4DDB-20BABDED0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Parity Function in RAID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CC2B9-2B10-170B-6B9E-3CA9C5633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DeepSeek-CJK-patch"/>
              </a:rPr>
              <a:t>The </a:t>
            </a:r>
            <a:r>
              <a:rPr lang="en-US" b="1" i="0" dirty="0">
                <a:effectLst/>
                <a:latin typeface="DeepSeek-CJK-patch"/>
              </a:rPr>
              <a:t>parity function</a:t>
            </a:r>
            <a:r>
              <a:rPr lang="en-US" b="0" i="0" dirty="0">
                <a:effectLst/>
                <a:latin typeface="DeepSeek-CJK-patch"/>
              </a:rPr>
              <a:t> is a mathematical operation (typically </a:t>
            </a:r>
            <a:r>
              <a:rPr lang="en-US" b="1" i="0" dirty="0">
                <a:effectLst/>
                <a:latin typeface="DeepSeek-CJK-patch"/>
              </a:rPr>
              <a:t>XOR - Exclusive OR</a:t>
            </a:r>
            <a:r>
              <a:rPr lang="en-US" b="0" i="0" dirty="0">
                <a:effectLst/>
                <a:latin typeface="DeepSeek-CJK-patch"/>
              </a:rPr>
              <a:t>) applied to data blocks across multiple disks to generate a parity block. This parity block is used to reconstruct lost data in case of a disk failure.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359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8F0C28-2669-6654-3C7D-F3D00E695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Implementation of RAID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A543D0-B218-D977-9A42-4016CB4CE1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351246"/>
            <a:ext cx="6780700" cy="415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896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4B1E36-3CD5-F09E-50A6-B30FA1763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RAID Levels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7287C-B8B2-2F16-B0B3-D94A61404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b="0" i="0">
                <a:effectLst/>
                <a:latin typeface="fkGroteskNeue"/>
              </a:rPr>
              <a:t>Different configurations balancing speed, capacity, and reliability.</a:t>
            </a:r>
          </a:p>
          <a:p>
            <a:endParaRPr lang="en-US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6FBCF9-06BC-E22E-1EEF-EFE5E4C5B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033" y="1504588"/>
            <a:ext cx="7812504" cy="457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903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289</Words>
  <Application>Microsoft Office PowerPoint</Application>
  <PresentationFormat>Widescreen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DeepSeek-CJK-patch</vt:lpstr>
      <vt:lpstr>fkGroteskNeue</vt:lpstr>
      <vt:lpstr>Roboto</vt:lpstr>
      <vt:lpstr>Office Theme</vt:lpstr>
      <vt:lpstr>Raid Storage </vt:lpstr>
      <vt:lpstr>RAID</vt:lpstr>
      <vt:lpstr>Why Need RAID?</vt:lpstr>
      <vt:lpstr>RAID vs Data Backup</vt:lpstr>
      <vt:lpstr>Key Concepts in RAID</vt:lpstr>
      <vt:lpstr>Parity Function in RAID</vt:lpstr>
      <vt:lpstr>Implementation of RAID</vt:lpstr>
      <vt:lpstr>RAID Levels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Safia Baloch Lecturer FCS</dc:creator>
  <cp:lastModifiedBy>Safia Baloch Lecturer FCS</cp:lastModifiedBy>
  <cp:revision>16</cp:revision>
  <dcterms:created xsi:type="dcterms:W3CDTF">2025-04-27T17:46:40Z</dcterms:created>
  <dcterms:modified xsi:type="dcterms:W3CDTF">2025-04-28T05:24:21Z</dcterms:modified>
</cp:coreProperties>
</file>